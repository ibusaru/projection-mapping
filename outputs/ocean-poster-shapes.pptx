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f72384b194bbf" /><Relationship Type="http://schemas.openxmlformats.org/officeDocument/2006/relationships/extended-properties" Target="/docProps/app.xml" Id="R7bf9183710764ec9" /><Relationship Type="http://schemas.openxmlformats.org/officeDocument/2006/relationships/officeDocument" Target="/ppt/presentation.xml" Id="R93c60f5a633a48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32f5d5e51d4ce5"/>
  </p:sldMasterIdLst>
  <p:notesMasterIdLst>
    <p:notesMasterId xmlns:r="http://schemas.openxmlformats.org/officeDocument/2006/relationships" r:id="R4ea3a877a30c45b1"/>
  </p:notesMasterIdLst>
  <p:sldIdLst>
    <p:sldId xmlns:r="http://schemas.openxmlformats.org/officeDocument/2006/relationships" id="256" r:id="R56943545195340d4"/>
  </p:sldIdLst>
  <p:sldSz cx="10287000" cy="14630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e6256807ff45ac" /><Relationship Type="http://schemas.openxmlformats.org/officeDocument/2006/relationships/slideMaster" Target="/ppt/slideMasters/slideMaster1.xml" Id="Rd532f5d5e51d4ce5" /><Relationship Type="http://schemas.openxmlformats.org/officeDocument/2006/relationships/notesMaster" Target="/ppt/notesMasters/notesMaster1.xml" Id="R4ea3a877a30c45b1" /><Relationship Type="http://schemas.openxmlformats.org/officeDocument/2006/relationships/presProps" Target="/ppt/presProps.xml" Id="Rc0dedec552ed43d1" /><Relationship Type="http://schemas.openxmlformats.org/officeDocument/2006/relationships/tableStyles" Target="/ppt/tableStyles.xml" Id="R8dd6eb3cf98941e3" /><Relationship Type="http://schemas.openxmlformats.org/officeDocument/2006/relationships/slide" Target="/ppt/slides/slide1.xml" Id="R56943545195340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b112a4114c46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574d640d33478f" /><Relationship Type="http://schemas.openxmlformats.org/officeDocument/2006/relationships/notesMaster" Target="/ppt/notesMasters/notesMaster1.xml" Id="R5460e7d66e214c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45b7c10a146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c232b5b9ba4e34" /><Relationship Type="http://schemas.openxmlformats.org/officeDocument/2006/relationships/slideLayout" Target="/ppt/slideLayouts/slideLayout1.xml" Id="R21e903e25eee45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e903e25eee45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8c92834234815" /><Relationship Type="http://schemas.openxmlformats.org/officeDocument/2006/relationships/notesSlide" Target="/ppt/notesSlides/notesSlide1.xml" Id="R27eea5bb2f114b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lat-water-field">
            <a:extLst xmlns:a="http://schemas.openxmlformats.org/drawingml/2006/main">
              <a:ext uri="{FF2B5EF4-FFF2-40B4-BE49-F238E27FC236}">
                <a16:creationId xmlns:a16="http://schemas.microsoft.com/office/drawing/2014/main" id="{B0B64890-6331-485D-A6AB-0FACAE70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0287000" cy="9906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9E7EE">
                  <a:alpha val="78000"/>
                </a:srgbClr>
              </a:gs>
              <a:gs pos="72000">
                <a:srgbClr val="E6F7F7">
                  <a:alpha val="68000"/>
                </a:srgbClr>
              </a:gs>
              <a:gs pos="100000">
                <a:srgbClr val="F8F5E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sea-surface-main">
            <a:extLst xmlns:a="http://schemas.openxmlformats.org/drawingml/2006/main">
              <a:ext uri="{FF2B5EF4-FFF2-40B4-BE49-F238E27FC236}">
                <a16:creationId xmlns:a16="http://schemas.microsoft.com/office/drawing/2014/main" id="{E7FA85F9-9271-4230-B2EA-211D41E9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4630400"/>
          </a:xfrm>
          <a:custGeom xmlns:a="http://schemas.openxmlformats.org/drawingml/2006/main">
            <a:pathLst>
              <a:path w="10287000" h="14630400">
                <a:moveTo>
                  <a:pt x="609600" y="2047875"/>
                </a:moveTo>
                <a:lnTo>
                  <a:pt x="1485900" y="1924050"/>
                </a:lnTo>
                <a:lnTo>
                  <a:pt x="2305050" y="1657350"/>
                </a:lnTo>
                <a:lnTo>
                  <a:pt x="3295650" y="1543050"/>
                </a:lnTo>
                <a:lnTo>
                  <a:pt x="4333875" y="1647825"/>
                </a:lnTo>
                <a:lnTo>
                  <a:pt x="5334000" y="1866900"/>
                </a:lnTo>
                <a:lnTo>
                  <a:pt x="6362700" y="1924050"/>
                </a:lnTo>
                <a:lnTo>
                  <a:pt x="7239000" y="1762125"/>
                </a:lnTo>
                <a:lnTo>
                  <a:pt x="8096250" y="1504950"/>
                </a:lnTo>
                <a:lnTo>
                  <a:pt x="9696450" y="140970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D8CA0"/>
            </a:solidFill>
            <a:prstDash val="solid"/>
          </a:ln>
        </p:spPr>
      </p:sp>
      <p:sp>
        <p:nvSpPr>
          <p:cNvPr id="3" name="sea-surface-second">
            <a:extLst xmlns:a="http://schemas.openxmlformats.org/drawingml/2006/main">
              <a:ext uri="{FF2B5EF4-FFF2-40B4-BE49-F238E27FC236}">
                <a16:creationId xmlns:a16="http://schemas.microsoft.com/office/drawing/2014/main" id="{C5E182FA-CB50-4970-8E20-E8C1B03A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4630400"/>
          </a:xfrm>
          <a:custGeom xmlns:a="http://schemas.openxmlformats.org/drawingml/2006/main">
            <a:pathLst>
              <a:path w="10287000" h="14630400">
                <a:moveTo>
                  <a:pt x="590550" y="2171700"/>
                </a:moveTo>
                <a:lnTo>
                  <a:pt x="1524000" y="2076450"/>
                </a:lnTo>
                <a:lnTo>
                  <a:pt x="2381250" y="1809750"/>
                </a:lnTo>
                <a:lnTo>
                  <a:pt x="3333750" y="1695450"/>
                </a:lnTo>
                <a:lnTo>
                  <a:pt x="4324350" y="1771650"/>
                </a:lnTo>
                <a:lnTo>
                  <a:pt x="5334000" y="2000250"/>
                </a:lnTo>
                <a:lnTo>
                  <a:pt x="6343650" y="2047875"/>
                </a:lnTo>
                <a:lnTo>
                  <a:pt x="7219950" y="1885950"/>
                </a:lnTo>
                <a:lnTo>
                  <a:pt x="8115300" y="1657350"/>
                </a:lnTo>
                <a:lnTo>
                  <a:pt x="969645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4AAEC0">
                <a:alpha val="80000"/>
              </a:srgbClr>
            </a:solidFill>
            <a:prstDash val="solid"/>
          </a:ln>
        </p:spPr>
      </p:sp>
      <p:sp>
        <p:nvSpPr>
          <p:cNvPr id="4" name="sea-surface-light">
            <a:extLst xmlns:a="http://schemas.openxmlformats.org/drawingml/2006/main">
              <a:ext uri="{FF2B5EF4-FFF2-40B4-BE49-F238E27FC236}">
                <a16:creationId xmlns:a16="http://schemas.microsoft.com/office/drawing/2014/main" id="{DE17218D-C83C-4CC2-98A8-C941C44B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4630400"/>
          </a:xfrm>
          <a:custGeom xmlns:a="http://schemas.openxmlformats.org/drawingml/2006/main">
            <a:pathLst>
              <a:path w="10287000" h="14630400">
                <a:moveTo>
                  <a:pt x="666750" y="2343150"/>
                </a:moveTo>
                <a:lnTo>
                  <a:pt x="1695450" y="2266950"/>
                </a:lnTo>
                <a:lnTo>
                  <a:pt x="2724150" y="2057400"/>
                </a:lnTo>
                <a:lnTo>
                  <a:pt x="3733800" y="2000250"/>
                </a:lnTo>
                <a:lnTo>
                  <a:pt x="4667250" y="2095500"/>
                </a:lnTo>
                <a:lnTo>
                  <a:pt x="5619750" y="2266950"/>
                </a:lnTo>
                <a:lnTo>
                  <a:pt x="6591300" y="2266950"/>
                </a:lnTo>
                <a:lnTo>
                  <a:pt x="7543800" y="2095500"/>
                </a:lnTo>
                <a:lnTo>
                  <a:pt x="8515350" y="1885950"/>
                </a:lnTo>
                <a:lnTo>
                  <a:pt x="9639300" y="18669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BCBD3">
                <a:alpha val="70000"/>
              </a:srgbClr>
            </a:solidFill>
            <a:prstDash val="solid"/>
          </a:ln>
        </p:spPr>
      </p:sp>
      <p:sp>
        <p:nvSpPr>
          <p:cNvPr id="5" name="water-pencil-line-0">
            <a:extLst xmlns:a="http://schemas.openxmlformats.org/drawingml/2006/main">
              <a:ext uri="{FF2B5EF4-FFF2-40B4-BE49-F238E27FC236}">
                <a16:creationId xmlns:a16="http://schemas.microsoft.com/office/drawing/2014/main" id="{DA59B1CD-BCB3-4283-92FC-D35EA432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819150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CED3">
                <a:alpha val="34000"/>
              </a:srgbClr>
            </a:solidFill>
            <a:prstDash val="solid"/>
          </a:ln>
        </p:spPr>
      </p:sp>
      <p:sp>
        <p:nvSpPr>
          <p:cNvPr id="6" name="water-pencil-line-1">
            <a:extLst xmlns:a="http://schemas.openxmlformats.org/drawingml/2006/main">
              <a:ext uri="{FF2B5EF4-FFF2-40B4-BE49-F238E27FC236}">
                <a16:creationId xmlns:a16="http://schemas.microsoft.com/office/drawing/2014/main" id="{5CC7EA3D-49FD-4096-86A7-DBFF64B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48000"/>
            <a:ext cx="819150" cy="-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CED3">
                <a:alpha val="34000"/>
              </a:srgbClr>
            </a:solidFill>
            <a:prstDash val="solid"/>
          </a:ln>
        </p:spPr>
      </p:sp>
      <p:sp>
        <p:nvSpPr>
          <p:cNvPr id="7" name="water-pencil-line-2">
            <a:extLst xmlns:a="http://schemas.openxmlformats.org/drawingml/2006/main">
              <a:ext uri="{FF2B5EF4-FFF2-40B4-BE49-F238E27FC236}">
                <a16:creationId xmlns:a16="http://schemas.microsoft.com/office/drawing/2014/main" id="{2022F525-9DB1-4554-B02A-7CE1AD8B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8191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CED3">
                <a:alpha val="34000"/>
              </a:srgbClr>
            </a:solidFill>
            <a:prstDash val="solid"/>
          </a:ln>
        </p:spPr>
      </p:sp>
      <p:sp>
        <p:nvSpPr>
          <p:cNvPr id="8" name="water-pencil-line-3">
            <a:extLst xmlns:a="http://schemas.openxmlformats.org/drawingml/2006/main">
              <a:ext uri="{FF2B5EF4-FFF2-40B4-BE49-F238E27FC236}">
                <a16:creationId xmlns:a16="http://schemas.microsoft.com/office/drawing/2014/main" id="{5FE7F412-DE56-476C-846E-7F9C0FF0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819150" cy="-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CED3">
                <a:alpha val="34000"/>
              </a:srgbClr>
            </a:solidFill>
            <a:prstDash val="solid"/>
          </a:ln>
        </p:spPr>
      </p:sp>
      <p:sp>
        <p:nvSpPr>
          <p:cNvPr id="9" name="water-pencil-line-4">
            <a:extLst xmlns:a="http://schemas.openxmlformats.org/drawingml/2006/main">
              <a:ext uri="{FF2B5EF4-FFF2-40B4-BE49-F238E27FC236}">
                <a16:creationId xmlns:a16="http://schemas.microsoft.com/office/drawing/2014/main" id="{1C3E28F0-9D14-4034-9A0D-F3C2B431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819150" cy="-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CED3">
                <a:alpha val="34000"/>
              </a:srgbClr>
            </a:solidFill>
            <a:prstDash val="solid"/>
          </a:ln>
        </p:spPr>
      </p:sp>
      <p:sp>
        <p:nvSpPr>
          <p:cNvPr id="10" name="water-pencil-line-5">
            <a:extLst xmlns:a="http://schemas.openxmlformats.org/drawingml/2006/main">
              <a:ext uri="{FF2B5EF4-FFF2-40B4-BE49-F238E27FC236}">
                <a16:creationId xmlns:a16="http://schemas.microsoft.com/office/drawing/2014/main" id="{1FFCCCEF-485E-4C59-B382-E864DCE8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819150" cy="-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CED3">
                <a:alpha val="34000"/>
              </a:srgbClr>
            </a:solidFill>
            <a:prstDash val="solid"/>
          </a:ln>
        </p:spPr>
      </p:sp>
      <p:sp>
        <p:nvSpPr>
          <p:cNvPr id="11" name="water-pencil-line-6">
            <a:extLst xmlns:a="http://schemas.openxmlformats.org/drawingml/2006/main">
              <a:ext uri="{FF2B5EF4-FFF2-40B4-BE49-F238E27FC236}">
                <a16:creationId xmlns:a16="http://schemas.microsoft.com/office/drawing/2014/main" id="{013EC531-6559-4252-9ADB-F1FC4CB2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819150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CED3">
                <a:alpha val="34000"/>
              </a:srgbClr>
            </a:solidFill>
            <a:prstDash val="solid"/>
          </a:ln>
        </p:spPr>
      </p:sp>
      <p:sp>
        <p:nvSpPr>
          <p:cNvPr id="12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76F2246F-BF48-494B-B858-F3854A8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8648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73C46"/>
                </a:solidFill>
              </a:defRPr>
            </a:pPr>
            <a:r>
              <a:rPr sz="4050" b="1">
                <a:solidFill>
                  <a:srgbClr val="173C46"/>
                </a:solidFill>
              </a:rPr>
              <a:t>海洋環境の観察テーマ</a:t>
            </a:r>
          </a:p>
        </p:txBody>
      </p:sp>
      <p:sp>
        <p:nvSpPr>
          <p:cNvPr id="13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E5F3676-7A36-41A0-BAF8-4066E4F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257300"/>
            <a:ext cx="636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5727A"/>
                </a:solidFill>
              </a:defRPr>
            </a:pPr>
            <a:r>
              <a:rPr sz="1725" b="0">
                <a:solidFill>
                  <a:srgbClr val="55727A"/>
                </a:solidFill>
              </a:rPr>
              <a:t>研究タイトル・発表者名をここに入力</a:t>
            </a:r>
          </a:p>
        </p:txBody>
      </p:sp>
      <p:sp>
        <p:nvSpPr>
          <p:cNvPr id="14" name="sea-label">
            <a:extLst xmlns:a="http://schemas.openxmlformats.org/drawingml/2006/main">
              <a:ext uri="{FF2B5EF4-FFF2-40B4-BE49-F238E27FC236}">
                <a16:creationId xmlns:a16="http://schemas.microsoft.com/office/drawing/2014/main" id="{A5CBD30D-9194-4DBD-ACB0-0DDD2DD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0037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63F4B"/>
                </a:solidFill>
              </a:defRPr>
            </a:pPr>
            <a:r>
              <a:rPr sz="3000" b="1">
                <a:solidFill>
                  <a:srgbClr val="163F4B"/>
                </a:solidFill>
              </a:rPr>
              <a:t>海</a:t>
            </a:r>
          </a:p>
        </p:txBody>
      </p:sp>
      <p:sp>
        <p:nvSpPr>
          <p:cNvPr id="15" name="bubble-label">
            <a:extLst xmlns:a="http://schemas.openxmlformats.org/drawingml/2006/main">
              <a:ext uri="{FF2B5EF4-FFF2-40B4-BE49-F238E27FC236}">
                <a16:creationId xmlns:a16="http://schemas.microsoft.com/office/drawing/2014/main" id="{8CA534D3-559C-4C1E-933E-3B60DF18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06B73"/>
                </a:solidFill>
              </a:defRPr>
            </a:pPr>
            <a:r>
              <a:rPr sz="1950" b="1">
                <a:solidFill>
                  <a:srgbClr val="406B73"/>
                </a:solidFill>
              </a:rPr>
              <a:t>気泡</a:t>
            </a:r>
          </a:p>
        </p:txBody>
      </p:sp>
      <p:sp>
        <p:nvSpPr>
          <p:cNvPr id="16" name="bubble-930-305">
            <a:extLst xmlns:a="http://schemas.openxmlformats.org/drawingml/2006/main">
              <a:ext uri="{FF2B5EF4-FFF2-40B4-BE49-F238E27FC236}">
                <a16:creationId xmlns:a16="http://schemas.microsoft.com/office/drawing/2014/main" id="{05EBD6A6-2378-4401-AB1A-9E64AA37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FFF">
              <a:alpha val="50000"/>
            </a:srgbClr>
          </a:solidFill>
          <a:ln xmlns:a="http://schemas.openxmlformats.org/drawingml/2006/main" w="9525">
            <a:solidFill>
              <a:srgbClr val="6BAEBA">
                <a:alpha val="70000"/>
              </a:srgbClr>
            </a:solidFill>
            <a:prstDash val="solid"/>
          </a:ln>
        </p:spPr>
      </p:sp>
      <p:sp>
        <p:nvSpPr>
          <p:cNvPr id="17" name="bubble-962-328">
            <a:extLst xmlns:a="http://schemas.openxmlformats.org/drawingml/2006/main">
              <a:ext uri="{FF2B5EF4-FFF2-40B4-BE49-F238E27FC236}">
                <a16:creationId xmlns:a16="http://schemas.microsoft.com/office/drawing/2014/main" id="{7DB72B82-2803-4B6D-A992-59948513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FFF">
              <a:alpha val="50000"/>
            </a:srgbClr>
          </a:solidFill>
          <a:ln xmlns:a="http://schemas.openxmlformats.org/drawingml/2006/main" w="9525">
            <a:solidFill>
              <a:srgbClr val="6BAEBA">
                <a:alpha val="70000"/>
              </a:srgbClr>
            </a:solidFill>
            <a:prstDash val="solid"/>
          </a:ln>
        </p:spPr>
      </p:sp>
      <p:sp>
        <p:nvSpPr>
          <p:cNvPr id="18" name="bubble-912-365">
            <a:extLst xmlns:a="http://schemas.openxmlformats.org/drawingml/2006/main">
              <a:ext uri="{FF2B5EF4-FFF2-40B4-BE49-F238E27FC236}">
                <a16:creationId xmlns:a16="http://schemas.microsoft.com/office/drawing/2014/main" id="{B55CBCC4-DECA-4D15-BA3D-DC3CE8F0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FFF">
              <a:alpha val="50000"/>
            </a:srgbClr>
          </a:solidFill>
          <a:ln xmlns:a="http://schemas.openxmlformats.org/drawingml/2006/main" w="9525">
            <a:solidFill>
              <a:srgbClr val="6BAEBA">
                <a:alpha val="70000"/>
              </a:srgbClr>
            </a:solidFill>
            <a:prstDash val="solid"/>
          </a:ln>
        </p:spPr>
      </p:sp>
      <p:sp>
        <p:nvSpPr>
          <p:cNvPr id="19" name="bubble-984-384">
            <a:extLst xmlns:a="http://schemas.openxmlformats.org/drawingml/2006/main">
              <a:ext uri="{FF2B5EF4-FFF2-40B4-BE49-F238E27FC236}">
                <a16:creationId xmlns:a16="http://schemas.microsoft.com/office/drawing/2014/main" id="{AB976C45-D128-4444-8C69-6223886A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FFF">
              <a:alpha val="50000"/>
            </a:srgbClr>
          </a:solidFill>
          <a:ln xmlns:a="http://schemas.openxmlformats.org/drawingml/2006/main" w="9525">
            <a:solidFill>
              <a:srgbClr val="6BAEBA">
                <a:alpha val="70000"/>
              </a:srgbClr>
            </a:solidFill>
            <a:prstDash val="solid"/>
          </a:ln>
        </p:spPr>
      </p:sp>
      <p:sp>
        <p:nvSpPr>
          <p:cNvPr id="20" name="bubble-938-430">
            <a:extLst xmlns:a="http://schemas.openxmlformats.org/drawingml/2006/main">
              <a:ext uri="{FF2B5EF4-FFF2-40B4-BE49-F238E27FC236}">
                <a16:creationId xmlns:a16="http://schemas.microsoft.com/office/drawing/2014/main" id="{6850CC3F-5541-4A81-AC97-12B746D6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FFF">
              <a:alpha val="50000"/>
            </a:srgbClr>
          </a:solidFill>
          <a:ln xmlns:a="http://schemas.openxmlformats.org/drawingml/2006/main" w="9525">
            <a:solidFill>
              <a:srgbClr val="6BAEBA">
                <a:alpha val="70000"/>
              </a:srgbClr>
            </a:solidFill>
            <a:prstDash val="solid"/>
          </a:ln>
        </p:spPr>
      </p:sp>
      <p:sp>
        <p:nvSpPr>
          <p:cNvPr id="21" name="bubble-972-470">
            <a:extLst xmlns:a="http://schemas.openxmlformats.org/drawingml/2006/main">
              <a:ext uri="{FF2B5EF4-FFF2-40B4-BE49-F238E27FC236}">
                <a16:creationId xmlns:a16="http://schemas.microsoft.com/office/drawing/2014/main" id="{821FAEED-73D9-42AF-9D69-DAE721D3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FFF">
              <a:alpha val="50000"/>
            </a:srgbClr>
          </a:solidFill>
          <a:ln xmlns:a="http://schemas.openxmlformats.org/drawingml/2006/main" w="9525">
            <a:solidFill>
              <a:srgbClr val="6BAEBA">
                <a:alpha val="70000"/>
              </a:srgbClr>
            </a:solidFill>
            <a:prstDash val="solid"/>
          </a:ln>
        </p:spPr>
      </p:sp>
      <p:sp>
        <p:nvSpPr>
          <p:cNvPr id="22" name="bubble-920-500">
            <a:extLst xmlns:a="http://schemas.openxmlformats.org/drawingml/2006/main">
              <a:ext uri="{FF2B5EF4-FFF2-40B4-BE49-F238E27FC236}">
                <a16:creationId xmlns:a16="http://schemas.microsoft.com/office/drawing/2014/main" id="{924B8412-A441-4970-96E2-14EE6A5B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FFF">
              <a:alpha val="50000"/>
            </a:srgbClr>
          </a:solidFill>
          <a:ln xmlns:a="http://schemas.openxmlformats.org/drawingml/2006/main" w="9525">
            <a:solidFill>
              <a:srgbClr val="6BAEBA">
                <a:alpha val="70000"/>
              </a:srgbClr>
            </a:solidFill>
            <a:prstDash val="solid"/>
          </a:ln>
        </p:spPr>
      </p:sp>
      <p:sp>
        <p:nvSpPr>
          <p:cNvPr id="23" name="background-frame">
            <a:extLst xmlns:a="http://schemas.openxmlformats.org/drawingml/2006/main">
              <a:ext uri="{FF2B5EF4-FFF2-40B4-BE49-F238E27FC236}">
                <a16:creationId xmlns:a16="http://schemas.microsoft.com/office/drawing/2014/main" id="{D0CCD2CE-DB6C-4F62-B199-0FB3E894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>
              <a:alpha val="78000"/>
            </a:srgbClr>
          </a:solidFill>
          <a:ln xmlns:a="http://schemas.openxmlformats.org/drawingml/2006/main" w="12383">
            <a:solidFill>
              <a:srgbClr val="4C7780">
                <a:alpha val="70000"/>
              </a:srgbClr>
            </a:solidFill>
            <a:prstDash val="solid"/>
          </a:ln>
        </p:spPr>
      </p:sp>
      <p:sp>
        <p:nvSpPr>
          <p:cNvPr id="24" name="background-label">
            <a:extLst xmlns:a="http://schemas.openxmlformats.org/drawingml/2006/main">
              <a:ext uri="{FF2B5EF4-FFF2-40B4-BE49-F238E27FC236}">
                <a16:creationId xmlns:a16="http://schemas.microsoft.com/office/drawing/2014/main" id="{AE460E83-3DB8-4C0B-8685-1F18732B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F4B"/>
                </a:solidFill>
              </a:defRPr>
            </a:pPr>
            <a:r>
              <a:rPr sz="2100" b="1">
                <a:solidFill>
                  <a:srgbClr val="183F4B"/>
                </a:solidFill>
              </a:rPr>
              <a:t>背景</a:t>
            </a:r>
          </a:p>
        </p:txBody>
      </p:sp>
      <p:sp>
        <p:nvSpPr>
          <p:cNvPr id="25" name="background-rule">
            <a:extLst xmlns:a="http://schemas.openxmlformats.org/drawingml/2006/main">
              <a:ext uri="{FF2B5EF4-FFF2-40B4-BE49-F238E27FC236}">
                <a16:creationId xmlns:a16="http://schemas.microsoft.com/office/drawing/2014/main" id="{0D9B6642-3976-41A1-9305-3B93C035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A6AC"/>
            </a:solidFill>
            <a:prstDash val="solid"/>
          </a:ln>
        </p:spPr>
      </p:sp>
      <p:sp>
        <p:nvSpPr>
          <p:cNvPr id="26" name="background-body">
            <a:extLst xmlns:a="http://schemas.openxmlformats.org/drawingml/2006/main">
              <a:ext uri="{FF2B5EF4-FFF2-40B4-BE49-F238E27FC236}">
                <a16:creationId xmlns:a16="http://schemas.microsoft.com/office/drawing/2014/main" id="{92E7ADBA-2EC6-4B57-9B62-2C994DCB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535D"/>
                </a:solidFill>
              </a:defRPr>
            </a:pPr>
            <a:r>
              <a:rPr sz="1350" b="0">
                <a:solidFill>
                  <a:srgbClr val="31535D"/>
                </a:solidFill>
              </a:rPr>
              <a:t>調べる海の現象や課題を短くまとめます。</a:t>
            </a:r>
          </a:p>
        </p:txBody>
      </p:sp>
      <p:sp>
        <p:nvSpPr>
          <p:cNvPr id="27" name="purpose-frame">
            <a:extLst xmlns:a="http://schemas.openxmlformats.org/drawingml/2006/main">
              <a:ext uri="{FF2B5EF4-FFF2-40B4-BE49-F238E27FC236}">
                <a16:creationId xmlns:a16="http://schemas.microsoft.com/office/drawing/2014/main" id="{26D53607-F483-4868-8C1E-BE19AA79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5300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>
              <a:alpha val="78000"/>
            </a:srgbClr>
          </a:solidFill>
          <a:ln xmlns:a="http://schemas.openxmlformats.org/drawingml/2006/main" w="12383">
            <a:solidFill>
              <a:srgbClr val="4C7780">
                <a:alpha val="70000"/>
              </a:srgbClr>
            </a:solidFill>
            <a:prstDash val="solid"/>
          </a:ln>
        </p:spPr>
      </p:sp>
      <p:sp>
        <p:nvSpPr>
          <p:cNvPr id="28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47FD747C-95EE-4155-9FC1-9ACF2E81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244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F4B"/>
                </a:solidFill>
              </a:defRPr>
            </a:pPr>
            <a:r>
              <a:rPr sz="2100" b="1">
                <a:solidFill>
                  <a:srgbClr val="183F4B"/>
                </a:solidFill>
              </a:rPr>
              <a:t>目的</a:t>
            </a:r>
          </a:p>
        </p:txBody>
      </p:sp>
      <p:sp>
        <p:nvSpPr>
          <p:cNvPr id="29" name="purpose-rule">
            <a:extLst xmlns:a="http://schemas.openxmlformats.org/drawingml/2006/main">
              <a:ext uri="{FF2B5EF4-FFF2-40B4-BE49-F238E27FC236}">
                <a16:creationId xmlns:a16="http://schemas.microsoft.com/office/drawing/2014/main" id="{C16BECFF-F3AF-4164-AD34-E4959DF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245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A6AC"/>
            </a:solidFill>
            <a:prstDash val="solid"/>
          </a:ln>
        </p:spPr>
      </p:sp>
      <p:sp>
        <p:nvSpPr>
          <p:cNvPr id="30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BADA226B-7B4E-4E0E-BF70-EEE539EE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5785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535D"/>
                </a:solidFill>
              </a:defRPr>
            </a:pPr>
            <a:r>
              <a:rPr sz="1350" b="0">
                <a:solidFill>
                  <a:srgbClr val="31535D"/>
                </a:solidFill>
              </a:rPr>
              <a:t>何を明らかにしたいのかを1文で示します。</a:t>
            </a:r>
          </a:p>
        </p:txBody>
      </p:sp>
      <p:sp>
        <p:nvSpPr>
          <p:cNvPr id="31" name="method-frame">
            <a:extLst xmlns:a="http://schemas.openxmlformats.org/drawingml/2006/main">
              <a:ext uri="{FF2B5EF4-FFF2-40B4-BE49-F238E27FC236}">
                <a16:creationId xmlns:a16="http://schemas.microsoft.com/office/drawing/2014/main" id="{94D8F9CF-B417-4129-8114-2141FFBA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>
              <a:alpha val="78000"/>
            </a:srgbClr>
          </a:solidFill>
          <a:ln xmlns:a="http://schemas.openxmlformats.org/drawingml/2006/main" w="12383">
            <a:solidFill>
              <a:srgbClr val="4C7780">
                <a:alpha val="70000"/>
              </a:srgbClr>
            </a:solidFill>
            <a:prstDash val="solid"/>
          </a:ln>
        </p:spPr>
      </p:sp>
      <p:sp>
        <p:nvSpPr>
          <p:cNvPr id="32" name="method-label">
            <a:extLst xmlns:a="http://schemas.openxmlformats.org/drawingml/2006/main">
              <a:ext uri="{FF2B5EF4-FFF2-40B4-BE49-F238E27FC236}">
                <a16:creationId xmlns:a16="http://schemas.microsoft.com/office/drawing/2014/main" id="{38749FE2-54D5-4A15-8633-7172475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244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F4B"/>
                </a:solidFill>
              </a:defRPr>
            </a:pPr>
            <a:r>
              <a:rPr sz="2100" b="1">
                <a:solidFill>
                  <a:srgbClr val="183F4B"/>
                </a:solidFill>
              </a:rPr>
              <a:t>方法</a:t>
            </a:r>
          </a:p>
        </p:txBody>
      </p:sp>
      <p:sp>
        <p:nvSpPr>
          <p:cNvPr id="33" name="method-rule">
            <a:extLst xmlns:a="http://schemas.openxmlformats.org/drawingml/2006/main">
              <a:ext uri="{FF2B5EF4-FFF2-40B4-BE49-F238E27FC236}">
                <a16:creationId xmlns:a16="http://schemas.microsoft.com/office/drawing/2014/main" id="{7EE86E6A-A08D-4F02-B005-BB3DC2B8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245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A6AC"/>
            </a:solidFill>
            <a:prstDash val="solid"/>
          </a:ln>
        </p:spPr>
      </p:sp>
      <p:sp>
        <p:nvSpPr>
          <p:cNvPr id="34" name="method-body">
            <a:extLst xmlns:a="http://schemas.openxmlformats.org/drawingml/2006/main">
              <a:ext uri="{FF2B5EF4-FFF2-40B4-BE49-F238E27FC236}">
                <a16:creationId xmlns:a16="http://schemas.microsoft.com/office/drawing/2014/main" id="{578203C7-9A63-4D9B-874C-F37777A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65785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535D"/>
                </a:solidFill>
              </a:defRPr>
            </a:pPr>
            <a:r>
              <a:rPr sz="1350" b="0">
                <a:solidFill>
                  <a:srgbClr val="31535D"/>
                </a:solidFill>
              </a:rPr>
              <a:t>観察場所、記録方法、比較する条件を入れます。</a:t>
            </a:r>
          </a:p>
        </p:txBody>
      </p:sp>
      <p:sp>
        <p:nvSpPr>
          <p:cNvPr id="35" name="result-frame">
            <a:extLst xmlns:a="http://schemas.openxmlformats.org/drawingml/2006/main">
              <a:ext uri="{FF2B5EF4-FFF2-40B4-BE49-F238E27FC236}">
                <a16:creationId xmlns:a16="http://schemas.microsoft.com/office/drawing/2014/main" id="{50A05137-4467-49C0-9E11-8A6DB03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24750"/>
            <a:ext cx="34861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>
              <a:alpha val="78000"/>
            </a:srgbClr>
          </a:solidFill>
          <a:ln xmlns:a="http://schemas.openxmlformats.org/drawingml/2006/main" w="12383">
            <a:solidFill>
              <a:srgbClr val="4C7780">
                <a:alpha val="70000"/>
              </a:srgbClr>
            </a:solidFill>
            <a:prstDash val="solid"/>
          </a:ln>
        </p:spPr>
      </p:sp>
      <p:sp>
        <p:nvSpPr>
          <p:cNvPr id="36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049E739-D2D5-4826-9156-F9B32CF2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6962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F4B"/>
                </a:solidFill>
              </a:defRPr>
            </a:pPr>
            <a:r>
              <a:rPr sz="2100" b="1">
                <a:solidFill>
                  <a:srgbClr val="183F4B"/>
                </a:solidFill>
              </a:rPr>
              <a:t>結果</a:t>
            </a:r>
          </a:p>
        </p:txBody>
      </p:sp>
      <p:sp>
        <p:nvSpPr>
          <p:cNvPr id="37" name="result-rule">
            <a:extLst xmlns:a="http://schemas.openxmlformats.org/drawingml/2006/main">
              <a:ext uri="{FF2B5EF4-FFF2-40B4-BE49-F238E27FC236}">
                <a16:creationId xmlns:a16="http://schemas.microsoft.com/office/drawing/2014/main" id="{C79E5449-AC66-4EE5-8B7D-09B4D9DA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0962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A6AC"/>
            </a:solidFill>
            <a:prstDash val="solid"/>
          </a:ln>
        </p:spPr>
      </p:sp>
      <p:sp>
        <p:nvSpPr>
          <p:cNvPr id="38" name="result-body">
            <a:extLst xmlns:a="http://schemas.openxmlformats.org/drawingml/2006/main">
              <a:ext uri="{FF2B5EF4-FFF2-40B4-BE49-F238E27FC236}">
                <a16:creationId xmlns:a16="http://schemas.microsoft.com/office/drawing/2014/main" id="{8A65FA4B-CD44-4A21-85FD-BD194C70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229600"/>
            <a:ext cx="306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535D"/>
                </a:solidFill>
              </a:defRPr>
            </a:pPr>
            <a:r>
              <a:rPr sz="1350" b="0">
                <a:solidFill>
                  <a:srgbClr val="31535D"/>
                </a:solidFill>
              </a:rPr>
              <a:t>写真・グラフ・観察記録を置き、重要な発見を大きく見せます。</a:t>
            </a:r>
          </a:p>
        </p:txBody>
      </p:sp>
      <p:sp>
        <p:nvSpPr>
          <p:cNvPr id="39" name="discussion-frame">
            <a:extLst xmlns:a="http://schemas.openxmlformats.org/drawingml/2006/main">
              <a:ext uri="{FF2B5EF4-FFF2-40B4-BE49-F238E27FC236}">
                <a16:creationId xmlns:a16="http://schemas.microsoft.com/office/drawing/2014/main" id="{39D028CE-E2FB-498E-8A3D-AA193063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524750"/>
            <a:ext cx="34861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>
              <a:alpha val="78000"/>
            </a:srgbClr>
          </a:solidFill>
          <a:ln xmlns:a="http://schemas.openxmlformats.org/drawingml/2006/main" w="12383">
            <a:solidFill>
              <a:srgbClr val="4C7780">
                <a:alpha val="70000"/>
              </a:srgbClr>
            </a:solidFill>
            <a:prstDash val="solid"/>
          </a:ln>
        </p:spPr>
      </p:sp>
      <p:sp>
        <p:nvSpPr>
          <p:cNvPr id="40" name="discussion-label">
            <a:extLst xmlns:a="http://schemas.openxmlformats.org/drawingml/2006/main">
              <a:ext uri="{FF2B5EF4-FFF2-40B4-BE49-F238E27FC236}">
                <a16:creationId xmlns:a16="http://schemas.microsoft.com/office/drawing/2014/main" id="{65B3BC71-E7E2-4501-B573-4329D2A5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76962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F4B"/>
                </a:solidFill>
              </a:defRPr>
            </a:pPr>
            <a:r>
              <a:rPr sz="2100" b="1">
                <a:solidFill>
                  <a:srgbClr val="183F4B"/>
                </a:solidFill>
              </a:rPr>
              <a:t>考察</a:t>
            </a:r>
          </a:p>
        </p:txBody>
      </p:sp>
      <p:sp>
        <p:nvSpPr>
          <p:cNvPr id="41" name="discussion-rule">
            <a:extLst xmlns:a="http://schemas.openxmlformats.org/drawingml/2006/main">
              <a:ext uri="{FF2B5EF4-FFF2-40B4-BE49-F238E27FC236}">
                <a16:creationId xmlns:a16="http://schemas.microsoft.com/office/drawing/2014/main" id="{7F1CE9CD-091F-4585-B229-917C5DE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0962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A6AC"/>
            </a:solidFill>
            <a:prstDash val="solid"/>
          </a:ln>
        </p:spPr>
      </p:sp>
      <p:sp>
        <p:nvSpPr>
          <p:cNvPr id="42" name="discussion-body">
            <a:extLst xmlns:a="http://schemas.openxmlformats.org/drawingml/2006/main">
              <a:ext uri="{FF2B5EF4-FFF2-40B4-BE49-F238E27FC236}">
                <a16:creationId xmlns:a16="http://schemas.microsoft.com/office/drawing/2014/main" id="{ED23FEB4-79E7-442D-9699-0F7D7D92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229600"/>
            <a:ext cx="306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535D"/>
                </a:solidFill>
              </a:defRPr>
            </a:pPr>
            <a:r>
              <a:rPr sz="1350" b="0">
                <a:solidFill>
                  <a:srgbClr val="31535D"/>
                </a:solidFill>
              </a:rPr>
              <a:t>海面、海中、海底の関係から結果の意味を説明します。</a:t>
            </a:r>
          </a:p>
        </p:txBody>
      </p:sp>
      <p:sp>
        <p:nvSpPr>
          <p:cNvPr id="43" name="center-placeholder">
            <a:extLst xmlns:a="http://schemas.openxmlformats.org/drawingml/2006/main">
              <a:ext uri="{FF2B5EF4-FFF2-40B4-BE49-F238E27FC236}">
                <a16:creationId xmlns:a16="http://schemas.microsoft.com/office/drawing/2014/main" id="{7805F2F2-B1C5-4683-B16B-7DB53649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0965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>
              <a:alpha val="54000"/>
            </a:srgbClr>
          </a:solidFill>
          <a:ln xmlns:a="http://schemas.openxmlformats.org/drawingml/2006/main" w="10478">
            <a:solidFill>
              <a:srgbClr val="5F8C94">
                <a:alpha val="70000"/>
              </a:srgbClr>
            </a:solidFill>
            <a:prstDash val="dash"/>
          </a:ln>
        </p:spPr>
      </p:sp>
      <p:sp>
        <p:nvSpPr>
          <p:cNvPr id="44" name="center-placeholder-text">
            <a:extLst xmlns:a="http://schemas.openxmlformats.org/drawingml/2006/main">
              <a:ext uri="{FF2B5EF4-FFF2-40B4-BE49-F238E27FC236}">
                <a16:creationId xmlns:a16="http://schemas.microsoft.com/office/drawing/2014/main" id="{B1EC5DBB-8DE8-4F32-8679-BFE53FE3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22985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F747B"/>
                </a:solidFill>
              </a:defRPr>
            </a:pPr>
            <a:r>
              <a:rPr sz="1650" b="0">
                <a:solidFill>
                  <a:srgbClr val="4F747B"/>
                </a:solidFill>
              </a:rPr>
              <a:t>写真・グラフ・調査地点図をここに追加</a:t>
            </a:r>
          </a:p>
        </p:txBody>
      </p:sp>
      <p:sp>
        <p:nvSpPr>
          <p:cNvPr id="45" name="seabed-boundary">
            <a:extLst xmlns:a="http://schemas.openxmlformats.org/drawingml/2006/main">
              <a:ext uri="{FF2B5EF4-FFF2-40B4-BE49-F238E27FC236}">
                <a16:creationId xmlns:a16="http://schemas.microsoft.com/office/drawing/2014/main" id="{E14945B7-97CD-4667-ACF8-BAE75A1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4630400"/>
          </a:xfrm>
          <a:custGeom xmlns:a="http://schemas.openxmlformats.org/drawingml/2006/main">
            <a:pathLst>
              <a:path w="10287000" h="14630400">
                <a:moveTo>
                  <a:pt x="457200" y="11525250"/>
                </a:moveTo>
                <a:lnTo>
                  <a:pt x="1524000" y="11410950"/>
                </a:lnTo>
                <a:lnTo>
                  <a:pt x="2667000" y="11563350"/>
                </a:lnTo>
                <a:lnTo>
                  <a:pt x="3905250" y="11410950"/>
                </a:lnTo>
                <a:lnTo>
                  <a:pt x="5219700" y="11277600"/>
                </a:lnTo>
                <a:lnTo>
                  <a:pt x="6419850" y="11353800"/>
                </a:lnTo>
                <a:lnTo>
                  <a:pt x="7600950" y="11601450"/>
                </a:lnTo>
                <a:lnTo>
                  <a:pt x="8858250" y="11639550"/>
                </a:lnTo>
                <a:lnTo>
                  <a:pt x="9848850" y="11563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D6257"/>
            </a:solidFill>
            <a:prstDash val="solid"/>
          </a:ln>
        </p:spPr>
      </p:sp>
      <p:sp>
        <p:nvSpPr>
          <p:cNvPr id="46" name="sand-bed">
            <a:extLst xmlns:a="http://schemas.openxmlformats.org/drawingml/2006/main">
              <a:ext uri="{FF2B5EF4-FFF2-40B4-BE49-F238E27FC236}">
                <a16:creationId xmlns:a16="http://schemas.microsoft.com/office/drawing/2014/main" id="{A8636005-4326-41F4-839B-5DE071F8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0"/>
            <a:ext cx="10287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9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eabed-hatch--1">
            <a:extLst xmlns:a="http://schemas.openxmlformats.org/drawingml/2006/main">
              <a:ext uri="{FF2B5EF4-FFF2-40B4-BE49-F238E27FC236}">
                <a16:creationId xmlns:a16="http://schemas.microsoft.com/office/drawing/2014/main" id="{E0CAF291-6191-40DE-8BB1-996D145A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811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48" name="seabed-hatch-0">
            <a:extLst xmlns:a="http://schemas.openxmlformats.org/drawingml/2006/main">
              <a:ext uri="{FF2B5EF4-FFF2-40B4-BE49-F238E27FC236}">
                <a16:creationId xmlns:a16="http://schemas.microsoft.com/office/drawing/2014/main" id="{11BDA62A-AF82-47D5-8A06-C143708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49" name="seabed-hatch-1">
            <a:extLst xmlns:a="http://schemas.openxmlformats.org/drawingml/2006/main">
              <a:ext uri="{FF2B5EF4-FFF2-40B4-BE49-F238E27FC236}">
                <a16:creationId xmlns:a16="http://schemas.microsoft.com/office/drawing/2014/main" id="{2D7D0CBC-58CA-4555-8580-69457A4D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0" name="seabed-hatch-2">
            <a:extLst xmlns:a="http://schemas.openxmlformats.org/drawingml/2006/main">
              <a:ext uri="{FF2B5EF4-FFF2-40B4-BE49-F238E27FC236}">
                <a16:creationId xmlns:a16="http://schemas.microsoft.com/office/drawing/2014/main" id="{70DF6EDC-FC64-40C7-A9B0-DDEEA9E8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1" name="seabed-hatch-3">
            <a:extLst xmlns:a="http://schemas.openxmlformats.org/drawingml/2006/main">
              <a:ext uri="{FF2B5EF4-FFF2-40B4-BE49-F238E27FC236}">
                <a16:creationId xmlns:a16="http://schemas.microsoft.com/office/drawing/2014/main" id="{6ECBF2B5-4A87-4EA0-A65F-A2F9306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2" name="seabed-hatch-4">
            <a:extLst xmlns:a="http://schemas.openxmlformats.org/drawingml/2006/main">
              <a:ext uri="{FF2B5EF4-FFF2-40B4-BE49-F238E27FC236}">
                <a16:creationId xmlns:a16="http://schemas.microsoft.com/office/drawing/2014/main" id="{9C80BA09-70DA-4DA5-B12D-DDECB6EA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3" name="seabed-hatch-5">
            <a:extLst xmlns:a="http://schemas.openxmlformats.org/drawingml/2006/main">
              <a:ext uri="{FF2B5EF4-FFF2-40B4-BE49-F238E27FC236}">
                <a16:creationId xmlns:a16="http://schemas.microsoft.com/office/drawing/2014/main" id="{1D33AAA1-0A97-481C-AC4B-D5CE8CB6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4" name="seabed-hatch-6">
            <a:extLst xmlns:a="http://schemas.openxmlformats.org/drawingml/2006/main">
              <a:ext uri="{FF2B5EF4-FFF2-40B4-BE49-F238E27FC236}">
                <a16:creationId xmlns:a16="http://schemas.microsoft.com/office/drawing/2014/main" id="{4C845DF7-E987-42C8-8DB3-7A71660E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5" name="seabed-hatch-7">
            <a:extLst xmlns:a="http://schemas.openxmlformats.org/drawingml/2006/main">
              <a:ext uri="{FF2B5EF4-FFF2-40B4-BE49-F238E27FC236}">
                <a16:creationId xmlns:a16="http://schemas.microsoft.com/office/drawing/2014/main" id="{0F43BBA8-8085-4142-9BB8-9AE44520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6" name="seabed-hatch-8">
            <a:extLst xmlns:a="http://schemas.openxmlformats.org/drawingml/2006/main">
              <a:ext uri="{FF2B5EF4-FFF2-40B4-BE49-F238E27FC236}">
                <a16:creationId xmlns:a16="http://schemas.microsoft.com/office/drawing/2014/main" id="{63E7B449-CCAA-48AA-975F-156780E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7" name="seabed-hatch-9">
            <a:extLst xmlns:a="http://schemas.openxmlformats.org/drawingml/2006/main">
              <a:ext uri="{FF2B5EF4-FFF2-40B4-BE49-F238E27FC236}">
                <a16:creationId xmlns:a16="http://schemas.microsoft.com/office/drawing/2014/main" id="{CCEDD7FA-54DD-42F1-AB76-94E05EE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8" name="seabed-hatch-10">
            <a:extLst xmlns:a="http://schemas.openxmlformats.org/drawingml/2006/main">
              <a:ext uri="{FF2B5EF4-FFF2-40B4-BE49-F238E27FC236}">
                <a16:creationId xmlns:a16="http://schemas.microsoft.com/office/drawing/2014/main" id="{D9F13DDA-9DF7-4D44-92E4-51B6D912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4249400"/>
            <a:ext cx="3048000" cy="-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B8C78">
                <a:alpha val="58000"/>
              </a:srgbClr>
            </a:solidFill>
            <a:prstDash val="solid"/>
          </a:ln>
        </p:spPr>
      </p:sp>
      <p:sp>
        <p:nvSpPr>
          <p:cNvPr id="59" name="rock-56">
            <a:extLst xmlns:a="http://schemas.openxmlformats.org/drawingml/2006/main">
              <a:ext uri="{FF2B5EF4-FFF2-40B4-BE49-F238E27FC236}">
                <a16:creationId xmlns:a16="http://schemas.microsoft.com/office/drawing/2014/main" id="{887D3F45-EB07-47F0-8D01-7117705B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268200"/>
            <a:ext cx="10477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AA1">
              <a:alpha val="72000"/>
            </a:srgbClr>
          </a:solidFill>
          <a:ln xmlns:a="http://schemas.openxmlformats.org/drawingml/2006/main" w="9525">
            <a:solidFill>
              <a:srgbClr val="6E756F">
                <a:alpha val="80000"/>
              </a:srgbClr>
            </a:solidFill>
            <a:prstDash val="solid"/>
          </a:ln>
        </p:spPr>
      </p:sp>
      <p:sp>
        <p:nvSpPr>
          <p:cNvPr id="60" name="rock-172">
            <a:extLst xmlns:a="http://schemas.openxmlformats.org/drawingml/2006/main">
              <a:ext uri="{FF2B5EF4-FFF2-40B4-BE49-F238E27FC236}">
                <a16:creationId xmlns:a16="http://schemas.microsoft.com/office/drawing/2014/main" id="{B9AC5058-69A0-40E1-BDF4-BA23F77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2553950"/>
            <a:ext cx="7239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AA1">
              <a:alpha val="72000"/>
            </a:srgbClr>
          </a:solidFill>
          <a:ln xmlns:a="http://schemas.openxmlformats.org/drawingml/2006/main" w="9525">
            <a:solidFill>
              <a:srgbClr val="6E756F">
                <a:alpha val="80000"/>
              </a:srgbClr>
            </a:solidFill>
            <a:prstDash val="solid"/>
          </a:ln>
        </p:spPr>
      </p:sp>
      <p:sp>
        <p:nvSpPr>
          <p:cNvPr id="61" name="rock-796">
            <a:extLst xmlns:a="http://schemas.openxmlformats.org/drawingml/2006/main">
              <a:ext uri="{FF2B5EF4-FFF2-40B4-BE49-F238E27FC236}">
                <a16:creationId xmlns:a16="http://schemas.microsoft.com/office/drawing/2014/main" id="{5B290999-92DD-4A44-A96C-DCC9AAB8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325350"/>
            <a:ext cx="10668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AA1">
              <a:alpha val="72000"/>
            </a:srgbClr>
          </a:solidFill>
          <a:ln xmlns:a="http://schemas.openxmlformats.org/drawingml/2006/main" w="9525">
            <a:solidFill>
              <a:srgbClr val="6E756F">
                <a:alpha val="80000"/>
              </a:srgbClr>
            </a:solidFill>
            <a:prstDash val="solid"/>
          </a:ln>
        </p:spPr>
      </p:sp>
      <p:sp>
        <p:nvSpPr>
          <p:cNvPr id="62" name="rock-920">
            <a:extLst xmlns:a="http://schemas.openxmlformats.org/drawingml/2006/main">
              <a:ext uri="{FF2B5EF4-FFF2-40B4-BE49-F238E27FC236}">
                <a16:creationId xmlns:a16="http://schemas.microsoft.com/office/drawing/2014/main" id="{6002A3D1-5F37-461D-A7D2-9420593A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820650"/>
            <a:ext cx="66675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AA1">
              <a:alpha val="72000"/>
            </a:srgbClr>
          </a:solidFill>
          <a:ln xmlns:a="http://schemas.openxmlformats.org/drawingml/2006/main" w="9525">
            <a:solidFill>
              <a:srgbClr val="6E756F">
                <a:alpha val="80000"/>
              </a:srgbClr>
            </a:solidFill>
            <a:prstDash val="solid"/>
          </a:ln>
        </p:spPr>
      </p:sp>
      <p:sp>
        <p:nvSpPr>
          <p:cNvPr id="63" name="rock-402">
            <a:extLst xmlns:a="http://schemas.openxmlformats.org/drawingml/2006/main">
              <a:ext uri="{FF2B5EF4-FFF2-40B4-BE49-F238E27FC236}">
                <a16:creationId xmlns:a16="http://schemas.microsoft.com/office/drawing/2014/main" id="{A5178581-7079-4C8C-827A-83059382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3258800"/>
            <a:ext cx="5905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AA1">
              <a:alpha val="72000"/>
            </a:srgbClr>
          </a:solidFill>
          <a:ln xmlns:a="http://schemas.openxmlformats.org/drawingml/2006/main" w="9525">
            <a:solidFill>
              <a:srgbClr val="6E756F">
                <a:alpha val="80000"/>
              </a:srgbClr>
            </a:solidFill>
            <a:prstDash val="solid"/>
          </a:ln>
        </p:spPr>
      </p:sp>
      <p:sp>
        <p:nvSpPr>
          <p:cNvPr id="64" name="rock-544">
            <a:extLst xmlns:a="http://schemas.openxmlformats.org/drawingml/2006/main">
              <a:ext uri="{FF2B5EF4-FFF2-40B4-BE49-F238E27FC236}">
                <a16:creationId xmlns:a16="http://schemas.microsoft.com/office/drawing/2014/main" id="{4E3E67D2-F111-4D56-9B58-46807954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649200"/>
            <a:ext cx="8382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AA1">
              <a:alpha val="72000"/>
            </a:srgbClr>
          </a:solidFill>
          <a:ln xmlns:a="http://schemas.openxmlformats.org/drawingml/2006/main" w="9525">
            <a:solidFill>
              <a:srgbClr val="6E756F">
                <a:alpha val="80000"/>
              </a:srgbClr>
            </a:solidFill>
            <a:prstDash val="solid"/>
          </a:ln>
        </p:spPr>
      </p:sp>
      <p:sp>
        <p:nvSpPr>
          <p:cNvPr id="65" name="coral-main-96">
            <a:extLst xmlns:a="http://schemas.openxmlformats.org/drawingml/2006/main">
              <a:ext uri="{FF2B5EF4-FFF2-40B4-BE49-F238E27FC236}">
                <a16:creationId xmlns:a16="http://schemas.microsoft.com/office/drawing/2014/main" id="{DA4233A9-24F9-4717-AA35-F00613A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73100"/>
            <a:ext cx="0" cy="-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F76"/>
            </a:solidFill>
            <a:prstDash val="solid"/>
          </a:ln>
        </p:spPr>
      </p:sp>
      <p:sp>
        <p:nvSpPr>
          <p:cNvPr id="66" name="coral-left-96">
            <a:extLst xmlns:a="http://schemas.openxmlformats.org/drawingml/2006/main">
              <a:ext uri="{FF2B5EF4-FFF2-40B4-BE49-F238E27FC236}">
                <a16:creationId xmlns:a16="http://schemas.microsoft.com/office/drawing/2014/main" id="{A5015371-C787-4D56-89A6-654122C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73050"/>
            <a:ext cx="-28575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7F76"/>
            </a:solidFill>
            <a:prstDash val="solid"/>
          </a:ln>
        </p:spPr>
      </p:sp>
      <p:sp>
        <p:nvSpPr>
          <p:cNvPr id="67" name="coral-right-96">
            <a:extLst xmlns:a="http://schemas.openxmlformats.org/drawingml/2006/main">
              <a:ext uri="{FF2B5EF4-FFF2-40B4-BE49-F238E27FC236}">
                <a16:creationId xmlns:a16="http://schemas.microsoft.com/office/drawing/2014/main" id="{2AF721FB-0C99-4ED4-87A4-E86D55A6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087350"/>
            <a:ext cx="26670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7F76"/>
            </a:solidFill>
            <a:prstDash val="solid"/>
          </a:ln>
        </p:spPr>
      </p:sp>
      <p:sp>
        <p:nvSpPr>
          <p:cNvPr id="68" name="coral-top-96">
            <a:extLst xmlns:a="http://schemas.openxmlformats.org/drawingml/2006/main">
              <a:ext uri="{FF2B5EF4-FFF2-40B4-BE49-F238E27FC236}">
                <a16:creationId xmlns:a16="http://schemas.microsoft.com/office/drawing/2014/main" id="{7FF6A316-32DF-4749-AEE5-4513E34B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763500"/>
            <a:ext cx="17145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7F76"/>
            </a:solidFill>
            <a:prstDash val="solid"/>
          </a:ln>
        </p:spPr>
      </p:sp>
      <p:sp>
        <p:nvSpPr>
          <p:cNvPr id="69" name="coral-main-188">
            <a:extLst xmlns:a="http://schemas.openxmlformats.org/drawingml/2006/main">
              <a:ext uri="{FF2B5EF4-FFF2-40B4-BE49-F238E27FC236}">
                <a16:creationId xmlns:a16="http://schemas.microsoft.com/office/drawing/2014/main" id="{6D2BCA3B-A6EC-45A4-8182-FA5697A2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3544550"/>
            <a:ext cx="0" cy="-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47C7F"/>
            </a:solidFill>
            <a:prstDash val="solid"/>
          </a:ln>
        </p:spPr>
      </p:sp>
      <p:sp>
        <p:nvSpPr>
          <p:cNvPr id="70" name="coral-left-188">
            <a:extLst xmlns:a="http://schemas.openxmlformats.org/drawingml/2006/main">
              <a:ext uri="{FF2B5EF4-FFF2-40B4-BE49-F238E27FC236}">
                <a16:creationId xmlns:a16="http://schemas.microsoft.com/office/drawing/2014/main" id="{4BFA9D87-E742-4235-AED4-734C1DED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3144500"/>
            <a:ext cx="-28575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47C7F"/>
            </a:solidFill>
            <a:prstDash val="solid"/>
          </a:ln>
        </p:spPr>
      </p:sp>
      <p:sp>
        <p:nvSpPr>
          <p:cNvPr id="71" name="coral-right-188">
            <a:extLst xmlns:a="http://schemas.openxmlformats.org/drawingml/2006/main">
              <a:ext uri="{FF2B5EF4-FFF2-40B4-BE49-F238E27FC236}">
                <a16:creationId xmlns:a16="http://schemas.microsoft.com/office/drawing/2014/main" id="{1DF372E9-8062-4A0E-B0BA-CD78E7EA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3258800"/>
            <a:ext cx="26670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47C7F"/>
            </a:solidFill>
            <a:prstDash val="solid"/>
          </a:ln>
        </p:spPr>
      </p:sp>
      <p:sp>
        <p:nvSpPr>
          <p:cNvPr id="72" name="coral-top-188">
            <a:extLst xmlns:a="http://schemas.openxmlformats.org/drawingml/2006/main">
              <a:ext uri="{FF2B5EF4-FFF2-40B4-BE49-F238E27FC236}">
                <a16:creationId xmlns:a16="http://schemas.microsoft.com/office/drawing/2014/main" id="{1A924AC3-6B5C-4D4A-9F87-15CBB348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934950"/>
            <a:ext cx="17145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47C7F"/>
            </a:solidFill>
            <a:prstDash val="solid"/>
          </a:ln>
        </p:spPr>
      </p:sp>
      <p:sp>
        <p:nvSpPr>
          <p:cNvPr id="73" name="coral-main-854">
            <a:extLst xmlns:a="http://schemas.openxmlformats.org/drawingml/2006/main">
              <a:ext uri="{FF2B5EF4-FFF2-40B4-BE49-F238E27FC236}">
                <a16:creationId xmlns:a16="http://schemas.microsoft.com/office/drawing/2014/main" id="{F5976BF3-A3F4-4CF1-8E38-5FD552FF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430250"/>
            <a:ext cx="0" cy="-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868A"/>
            </a:solidFill>
            <a:prstDash val="solid"/>
          </a:ln>
        </p:spPr>
      </p:sp>
      <p:sp>
        <p:nvSpPr>
          <p:cNvPr id="74" name="coral-left-854">
            <a:extLst xmlns:a="http://schemas.openxmlformats.org/drawingml/2006/main">
              <a:ext uri="{FF2B5EF4-FFF2-40B4-BE49-F238E27FC236}">
                <a16:creationId xmlns:a16="http://schemas.microsoft.com/office/drawing/2014/main" id="{73006362-D821-4785-8EB1-2E9EA8EB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030200"/>
            <a:ext cx="-28575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868A"/>
            </a:solidFill>
            <a:prstDash val="solid"/>
          </a:ln>
        </p:spPr>
      </p:sp>
      <p:sp>
        <p:nvSpPr>
          <p:cNvPr id="75" name="coral-right-854">
            <a:extLst xmlns:a="http://schemas.openxmlformats.org/drawingml/2006/main">
              <a:ext uri="{FF2B5EF4-FFF2-40B4-BE49-F238E27FC236}">
                <a16:creationId xmlns:a16="http://schemas.microsoft.com/office/drawing/2014/main" id="{4EC910B8-24F5-4679-8A46-50E38246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144500"/>
            <a:ext cx="26670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868A"/>
            </a:solidFill>
            <a:prstDash val="solid"/>
          </a:ln>
        </p:spPr>
      </p:sp>
      <p:sp>
        <p:nvSpPr>
          <p:cNvPr id="76" name="coral-top-854">
            <a:extLst xmlns:a="http://schemas.openxmlformats.org/drawingml/2006/main">
              <a:ext uri="{FF2B5EF4-FFF2-40B4-BE49-F238E27FC236}">
                <a16:creationId xmlns:a16="http://schemas.microsoft.com/office/drawing/2014/main" id="{E1BFFAFF-F314-4A9F-906E-E1BBCF66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2820650"/>
            <a:ext cx="17145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868A"/>
            </a:solidFill>
            <a:prstDash val="solid"/>
          </a:ln>
        </p:spPr>
      </p:sp>
      <p:sp>
        <p:nvSpPr>
          <p:cNvPr id="77" name="coral-main-944">
            <a:extLst xmlns:a="http://schemas.openxmlformats.org/drawingml/2006/main">
              <a:ext uri="{FF2B5EF4-FFF2-40B4-BE49-F238E27FC236}">
                <a16:creationId xmlns:a16="http://schemas.microsoft.com/office/drawing/2014/main" id="{D7FCF1B6-7EDC-4B9A-937E-6AF2D328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258800"/>
            <a:ext cx="0" cy="-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8F85"/>
            </a:solidFill>
            <a:prstDash val="solid"/>
          </a:ln>
        </p:spPr>
      </p:sp>
      <p:sp>
        <p:nvSpPr>
          <p:cNvPr id="78" name="coral-left-944">
            <a:extLst xmlns:a="http://schemas.openxmlformats.org/drawingml/2006/main">
              <a:ext uri="{FF2B5EF4-FFF2-40B4-BE49-F238E27FC236}">
                <a16:creationId xmlns:a16="http://schemas.microsoft.com/office/drawing/2014/main" id="{81E65DB9-4062-4E8C-BFAB-09D6C97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858750"/>
            <a:ext cx="-28575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F8F85"/>
            </a:solidFill>
            <a:prstDash val="solid"/>
          </a:ln>
        </p:spPr>
      </p:sp>
      <p:sp>
        <p:nvSpPr>
          <p:cNvPr id="79" name="coral-right-944">
            <a:extLst xmlns:a="http://schemas.openxmlformats.org/drawingml/2006/main">
              <a:ext uri="{FF2B5EF4-FFF2-40B4-BE49-F238E27FC236}">
                <a16:creationId xmlns:a16="http://schemas.microsoft.com/office/drawing/2014/main" id="{44A0F20E-D711-4CB5-A70B-240D496F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973050"/>
            <a:ext cx="26670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F8F85"/>
            </a:solidFill>
            <a:prstDash val="solid"/>
          </a:ln>
        </p:spPr>
      </p:sp>
      <p:sp>
        <p:nvSpPr>
          <p:cNvPr id="80" name="coral-top-944">
            <a:extLst xmlns:a="http://schemas.openxmlformats.org/drawingml/2006/main">
              <a:ext uri="{FF2B5EF4-FFF2-40B4-BE49-F238E27FC236}">
                <a16:creationId xmlns:a16="http://schemas.microsoft.com/office/drawing/2014/main" id="{CAD7EC29-72E3-4297-9F58-9CF0F57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649200"/>
            <a:ext cx="171450" cy="-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F8F85"/>
            </a:solidFill>
            <a:prstDash val="solid"/>
          </a:ln>
        </p:spPr>
      </p:sp>
      <p:sp>
        <p:nvSpPr>
          <p:cNvPr id="81" name="seabed-label">
            <a:extLst xmlns:a="http://schemas.openxmlformats.org/drawingml/2006/main">
              <a:ext uri="{FF2B5EF4-FFF2-40B4-BE49-F238E27FC236}">
                <a16:creationId xmlns:a16="http://schemas.microsoft.com/office/drawing/2014/main" id="{C70E6875-BCA0-4214-B26B-BAC72CB4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6682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>
              <a:alpha val="72000"/>
            </a:srgbClr>
          </a:solidFill>
          <a:ln xmlns:a="http://schemas.openxmlformats.org/drawingml/2006/main" w="9525">
            <a:solidFill>
              <a:srgbClr val="9C8E7B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44C42"/>
                </a:solidFill>
              </a:defRPr>
            </a:pPr>
            <a:r>
              <a:rPr sz="2250" b="1">
                <a:solidFill>
                  <a:srgbClr val="544C42"/>
                </a:solidFill>
              </a:rPr>
              <a:t>海底（サンゴ礁・砂・岩）</a:t>
            </a:r>
          </a:p>
        </p:txBody>
      </p:sp>
    </p:spTree>
    <p:extLst>
      <p:ext uri="{BB962C8B-B14F-4D97-AF65-F5344CB8AC3E}">
        <p14:creationId xmlns:p14="http://schemas.microsoft.com/office/powerpoint/2010/main" val="1535296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2026-07-02T08:55:11.6880000Z</dcterms:created>
  <dcterms:modified xsi:type="dcterms:W3CDTF">2026-07-02T08:55:11.6880000Z</dcterms:modified>
</coreProperties>
</file>