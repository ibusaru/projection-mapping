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8" r:id="rId4"/>
  </p:sldMasterIdLst>
  <p:notesMasterIdLst>
    <p:notesMasterId r:id="rId8"/>
  </p:notesMasterIdLst>
  <p:sldIdLst>
    <p:sldId id="256" r:id="rId5"/>
    <p:sldId id="257" r:id="rId6"/>
    <p:sldId id="258" r:id="rId7"/>
  </p:sldIdLst>
  <p:sldSz cx="15113000" cy="21374100"/>
  <p:notesSz cx="6858000" cy="9144000"/>
  <p:embeddedFontLst>
    <p:embeddedFont>
      <p:font typeface="HG丸ｺﾞｼｯｸM-PRO" panose="020F0600000000000000" pitchFamily="50" charset="-128"/>
      <p:regular r:id="rId9"/>
    </p:embeddedFont>
    <p:embeddedFont>
      <p:font typeface="游ゴシック" panose="020B0400000000000000" pitchFamily="50" charset="-128"/>
      <p:regular r:id="rId10"/>
      <p:bold r:id="rId1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1E67DD-3D51-4E67-81C2-2C3948848BEE}" v="3" dt="2026-07-04T08:03:15.1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36" d="100"/>
          <a:sy n="36" d="100"/>
        </p:scale>
        <p:origin x="309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881891-2685-4F97-B2CF-28783E43582F}" type="datetimeFigureOut">
              <a:rPr kumimoji="1" lang="ja-JP" altLang="en-US" smtClean="0"/>
              <a:t>2026/7/4</a:t>
            </a:fld>
            <a:endParaRPr kumimoji="1" lang="ja-JP" altLang="en-US"/>
          </a:p>
        </p:txBody>
      </p:sp>
      <p:sp>
        <p:nvSpPr>
          <p:cNvPr id="4" name="スライド イメージ プレースホルダー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623E82-DE45-4868-9C23-E6F1BFCCFD91}" type="slidenum">
              <a:rPr kumimoji="1" lang="ja-JP" altLang="en-US" smtClean="0"/>
              <a:t>‹#›</a:t>
            </a:fld>
            <a:endParaRPr kumimoji="1" lang="ja-JP" altLang="en-US"/>
          </a:p>
        </p:txBody>
      </p:sp>
    </p:spTree>
    <p:extLst>
      <p:ext uri="{BB962C8B-B14F-4D97-AF65-F5344CB8AC3E}">
        <p14:creationId xmlns:p14="http://schemas.microsoft.com/office/powerpoint/2010/main" val="15809089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F623E82-DE45-4868-9C23-E6F1BFCCFD91}" type="slidenum">
              <a:rPr kumimoji="1" lang="ja-JP" altLang="en-US" smtClean="0"/>
              <a:t>1</a:t>
            </a:fld>
            <a:endParaRPr kumimoji="1" lang="ja-JP" altLang="en-US"/>
          </a:p>
        </p:txBody>
      </p:sp>
    </p:spTree>
    <p:extLst>
      <p:ext uri="{BB962C8B-B14F-4D97-AF65-F5344CB8AC3E}">
        <p14:creationId xmlns:p14="http://schemas.microsoft.com/office/powerpoint/2010/main" val="2236689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33475" y="3498032"/>
            <a:ext cx="12846050" cy="7441353"/>
          </a:xfrm>
        </p:spPr>
        <p:txBody>
          <a:bodyPr anchor="b"/>
          <a:lstStyle>
            <a:lvl1pPr algn="ctr">
              <a:defRPr sz="9917"/>
            </a:lvl1pPr>
          </a:lstStyle>
          <a:p>
            <a:r>
              <a:rPr lang="ja-JP" altLang="en-US"/>
              <a:t>マスター タイトルの書式設定</a:t>
            </a:r>
            <a:endParaRPr lang="en-US"/>
          </a:p>
        </p:txBody>
      </p:sp>
      <p:sp>
        <p:nvSpPr>
          <p:cNvPr id="3" name="Subtitle 2"/>
          <p:cNvSpPr>
            <a:spLocks noGrp="1"/>
          </p:cNvSpPr>
          <p:nvPr>
            <p:ph type="subTitle" idx="1"/>
          </p:nvPr>
        </p:nvSpPr>
        <p:spPr>
          <a:xfrm>
            <a:off x="1889125" y="11226352"/>
            <a:ext cx="11334750" cy="5160458"/>
          </a:xfrm>
        </p:spPr>
        <p:txBody>
          <a:bodyPr/>
          <a:lstStyle>
            <a:lvl1pPr marL="0" indent="0" algn="ctr">
              <a:buNone/>
              <a:defRPr sz="3967"/>
            </a:lvl1pPr>
            <a:lvl2pPr marL="755660" indent="0" algn="ctr">
              <a:buNone/>
              <a:defRPr sz="3306"/>
            </a:lvl2pPr>
            <a:lvl3pPr marL="1511320" indent="0" algn="ctr">
              <a:buNone/>
              <a:defRPr sz="2975"/>
            </a:lvl3pPr>
            <a:lvl4pPr marL="2266980" indent="0" algn="ctr">
              <a:buNone/>
              <a:defRPr sz="2644"/>
            </a:lvl4pPr>
            <a:lvl5pPr marL="3022641" indent="0" algn="ctr">
              <a:buNone/>
              <a:defRPr sz="2644"/>
            </a:lvl5pPr>
            <a:lvl6pPr marL="3778301" indent="0" algn="ctr">
              <a:buNone/>
              <a:defRPr sz="2644"/>
            </a:lvl6pPr>
            <a:lvl7pPr marL="4533961" indent="0" algn="ctr">
              <a:buNone/>
              <a:defRPr sz="2644"/>
            </a:lvl7pPr>
            <a:lvl8pPr marL="5289621" indent="0" algn="ctr">
              <a:buNone/>
              <a:defRPr sz="2644"/>
            </a:lvl8pPr>
            <a:lvl9pPr marL="6045281" indent="0" algn="ctr">
              <a:buNone/>
              <a:defRPr sz="2644"/>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82762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8587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031148" y="5328688"/>
            <a:ext cx="13034963" cy="8891030"/>
          </a:xfrm>
        </p:spPr>
        <p:txBody>
          <a:bodyPr anchor="b"/>
          <a:lstStyle>
            <a:lvl1pPr>
              <a:defRPr sz="9917"/>
            </a:lvl1pPr>
          </a:lstStyle>
          <a:p>
            <a:r>
              <a:rPr lang="ja-JP" altLang="en-US"/>
              <a:t>マスター タイトルの書式設定</a:t>
            </a:r>
            <a:endParaRPr lang="en-US"/>
          </a:p>
        </p:txBody>
      </p:sp>
      <p:sp>
        <p:nvSpPr>
          <p:cNvPr id="3" name="Text Placeholder 2"/>
          <p:cNvSpPr>
            <a:spLocks noGrp="1"/>
          </p:cNvSpPr>
          <p:nvPr>
            <p:ph type="body" idx="1"/>
          </p:nvPr>
        </p:nvSpPr>
        <p:spPr>
          <a:xfrm>
            <a:off x="1031148" y="14303831"/>
            <a:ext cx="13034963" cy="4675583"/>
          </a:xfrm>
        </p:spPr>
        <p:txBody>
          <a:bodyPr/>
          <a:lstStyle>
            <a:lvl1pPr marL="0" indent="0">
              <a:buNone/>
              <a:defRPr sz="3967">
                <a:solidFill>
                  <a:schemeClr val="tx1"/>
                </a:solidFill>
              </a:defRPr>
            </a:lvl1pPr>
            <a:lvl2pPr marL="755660" indent="0">
              <a:buNone/>
              <a:defRPr sz="3306">
                <a:solidFill>
                  <a:schemeClr val="tx1">
                    <a:tint val="75000"/>
                  </a:schemeClr>
                </a:solidFill>
              </a:defRPr>
            </a:lvl2pPr>
            <a:lvl3pPr marL="1511320" indent="0">
              <a:buNone/>
              <a:defRPr sz="2975">
                <a:solidFill>
                  <a:schemeClr val="tx1">
                    <a:tint val="75000"/>
                  </a:schemeClr>
                </a:solidFill>
              </a:defRPr>
            </a:lvl3pPr>
            <a:lvl4pPr marL="2266980" indent="0">
              <a:buNone/>
              <a:defRPr sz="2644">
                <a:solidFill>
                  <a:schemeClr val="tx1">
                    <a:tint val="75000"/>
                  </a:schemeClr>
                </a:solidFill>
              </a:defRPr>
            </a:lvl4pPr>
            <a:lvl5pPr marL="3022641" indent="0">
              <a:buNone/>
              <a:defRPr sz="2644">
                <a:solidFill>
                  <a:schemeClr val="tx1">
                    <a:tint val="75000"/>
                  </a:schemeClr>
                </a:solidFill>
              </a:defRPr>
            </a:lvl5pPr>
            <a:lvl6pPr marL="3778301" indent="0">
              <a:buNone/>
              <a:defRPr sz="2644">
                <a:solidFill>
                  <a:schemeClr val="tx1">
                    <a:tint val="75000"/>
                  </a:schemeClr>
                </a:solidFill>
              </a:defRPr>
            </a:lvl6pPr>
            <a:lvl7pPr marL="4533961" indent="0">
              <a:buNone/>
              <a:defRPr sz="2644">
                <a:solidFill>
                  <a:schemeClr val="tx1">
                    <a:tint val="75000"/>
                  </a:schemeClr>
                </a:solidFill>
              </a:defRPr>
            </a:lvl7pPr>
            <a:lvl8pPr marL="5289621" indent="0">
              <a:buNone/>
              <a:defRPr sz="2644">
                <a:solidFill>
                  <a:schemeClr val="tx1">
                    <a:tint val="75000"/>
                  </a:schemeClr>
                </a:solidFill>
              </a:defRPr>
            </a:lvl8pPr>
            <a:lvl9pPr marL="6045281" indent="0">
              <a:buNone/>
              <a:defRPr sz="2644">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7697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1039019" y="5689865"/>
            <a:ext cx="6423025" cy="1356167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7650956" y="5689865"/>
            <a:ext cx="6423025" cy="1356167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08397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040987" y="1137978"/>
            <a:ext cx="13034963" cy="4131338"/>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1040989" y="5239625"/>
            <a:ext cx="6393506" cy="2567859"/>
          </a:xfrm>
        </p:spPr>
        <p:txBody>
          <a:bodyPr anchor="b"/>
          <a:lstStyle>
            <a:lvl1pPr marL="0" indent="0">
              <a:buNone/>
              <a:defRPr sz="3967" b="1"/>
            </a:lvl1pPr>
            <a:lvl2pPr marL="755660" indent="0">
              <a:buNone/>
              <a:defRPr sz="3306" b="1"/>
            </a:lvl2pPr>
            <a:lvl3pPr marL="1511320" indent="0">
              <a:buNone/>
              <a:defRPr sz="2975" b="1"/>
            </a:lvl3pPr>
            <a:lvl4pPr marL="2266980" indent="0">
              <a:buNone/>
              <a:defRPr sz="2644" b="1"/>
            </a:lvl4pPr>
            <a:lvl5pPr marL="3022641" indent="0">
              <a:buNone/>
              <a:defRPr sz="2644" b="1"/>
            </a:lvl5pPr>
            <a:lvl6pPr marL="3778301" indent="0">
              <a:buNone/>
              <a:defRPr sz="2644" b="1"/>
            </a:lvl6pPr>
            <a:lvl7pPr marL="4533961" indent="0">
              <a:buNone/>
              <a:defRPr sz="2644" b="1"/>
            </a:lvl7pPr>
            <a:lvl8pPr marL="5289621" indent="0">
              <a:buNone/>
              <a:defRPr sz="2644" b="1"/>
            </a:lvl8pPr>
            <a:lvl9pPr marL="6045281" indent="0">
              <a:buNone/>
              <a:defRPr sz="2644" b="1"/>
            </a:lvl9pPr>
          </a:lstStyle>
          <a:p>
            <a:pPr lvl="0"/>
            <a:r>
              <a:rPr lang="ja-JP" altLang="en-US"/>
              <a:t>マスター テキストの書式設定</a:t>
            </a:r>
          </a:p>
        </p:txBody>
      </p:sp>
      <p:sp>
        <p:nvSpPr>
          <p:cNvPr id="4" name="Content Placeholder 3"/>
          <p:cNvSpPr>
            <a:spLocks noGrp="1"/>
          </p:cNvSpPr>
          <p:nvPr>
            <p:ph sz="half" idx="2"/>
          </p:nvPr>
        </p:nvSpPr>
        <p:spPr>
          <a:xfrm>
            <a:off x="1040989" y="7807484"/>
            <a:ext cx="6393506" cy="1148363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7650957" y="5239625"/>
            <a:ext cx="6424993" cy="2567859"/>
          </a:xfrm>
        </p:spPr>
        <p:txBody>
          <a:bodyPr anchor="b"/>
          <a:lstStyle>
            <a:lvl1pPr marL="0" indent="0">
              <a:buNone/>
              <a:defRPr sz="3967" b="1"/>
            </a:lvl1pPr>
            <a:lvl2pPr marL="755660" indent="0">
              <a:buNone/>
              <a:defRPr sz="3306" b="1"/>
            </a:lvl2pPr>
            <a:lvl3pPr marL="1511320" indent="0">
              <a:buNone/>
              <a:defRPr sz="2975" b="1"/>
            </a:lvl3pPr>
            <a:lvl4pPr marL="2266980" indent="0">
              <a:buNone/>
              <a:defRPr sz="2644" b="1"/>
            </a:lvl4pPr>
            <a:lvl5pPr marL="3022641" indent="0">
              <a:buNone/>
              <a:defRPr sz="2644" b="1"/>
            </a:lvl5pPr>
            <a:lvl6pPr marL="3778301" indent="0">
              <a:buNone/>
              <a:defRPr sz="2644" b="1"/>
            </a:lvl6pPr>
            <a:lvl7pPr marL="4533961" indent="0">
              <a:buNone/>
              <a:defRPr sz="2644" b="1"/>
            </a:lvl7pPr>
            <a:lvl8pPr marL="5289621" indent="0">
              <a:buNone/>
              <a:defRPr sz="2644" b="1"/>
            </a:lvl8pPr>
            <a:lvl9pPr marL="6045281" indent="0">
              <a:buNone/>
              <a:defRPr sz="2644" b="1"/>
            </a:lvl9pPr>
          </a:lstStyle>
          <a:p>
            <a:pPr lvl="0"/>
            <a:r>
              <a:rPr lang="ja-JP" altLang="en-US"/>
              <a:t>マスター テキストの書式設定</a:t>
            </a:r>
          </a:p>
        </p:txBody>
      </p:sp>
      <p:sp>
        <p:nvSpPr>
          <p:cNvPr id="6" name="Content Placeholder 5"/>
          <p:cNvSpPr>
            <a:spLocks noGrp="1"/>
          </p:cNvSpPr>
          <p:nvPr>
            <p:ph sz="quarter" idx="4"/>
          </p:nvPr>
        </p:nvSpPr>
        <p:spPr>
          <a:xfrm>
            <a:off x="7650957" y="7807484"/>
            <a:ext cx="6424993" cy="1148363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8673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68463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4481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040987" y="1424940"/>
            <a:ext cx="4874336" cy="4987290"/>
          </a:xfrm>
        </p:spPr>
        <p:txBody>
          <a:bodyPr anchor="b"/>
          <a:lstStyle>
            <a:lvl1pPr>
              <a:defRPr sz="5289"/>
            </a:lvl1pPr>
          </a:lstStyle>
          <a:p>
            <a:r>
              <a:rPr lang="ja-JP" altLang="en-US"/>
              <a:t>マスター タイトルの書式設定</a:t>
            </a:r>
            <a:endParaRPr lang="en-US"/>
          </a:p>
        </p:txBody>
      </p:sp>
      <p:sp>
        <p:nvSpPr>
          <p:cNvPr id="3" name="Content Placeholder 2"/>
          <p:cNvSpPr>
            <a:spLocks noGrp="1"/>
          </p:cNvSpPr>
          <p:nvPr>
            <p:ph idx="1"/>
          </p:nvPr>
        </p:nvSpPr>
        <p:spPr>
          <a:xfrm>
            <a:off x="6424994" y="3077479"/>
            <a:ext cx="7650956" cy="15189465"/>
          </a:xfrm>
        </p:spPr>
        <p:txBody>
          <a:bodyPr/>
          <a:lstStyle>
            <a:lvl1pPr>
              <a:defRPr sz="5289"/>
            </a:lvl1pPr>
            <a:lvl2pPr>
              <a:defRPr sz="4628"/>
            </a:lvl2pPr>
            <a:lvl3pPr>
              <a:defRPr sz="3967"/>
            </a:lvl3pPr>
            <a:lvl4pPr>
              <a:defRPr sz="3306"/>
            </a:lvl4pPr>
            <a:lvl5pPr>
              <a:defRPr sz="3306"/>
            </a:lvl5pPr>
            <a:lvl6pPr>
              <a:defRPr sz="3306"/>
            </a:lvl6pPr>
            <a:lvl7pPr>
              <a:defRPr sz="3306"/>
            </a:lvl7pPr>
            <a:lvl8pPr>
              <a:defRPr sz="3306"/>
            </a:lvl8pPr>
            <a:lvl9pPr>
              <a:defRPr sz="3306"/>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1040987" y="6412230"/>
            <a:ext cx="4874336" cy="11879449"/>
          </a:xfrm>
        </p:spPr>
        <p:txBody>
          <a:bodyPr/>
          <a:lstStyle>
            <a:lvl1pPr marL="0" indent="0">
              <a:buNone/>
              <a:defRPr sz="2644"/>
            </a:lvl1pPr>
            <a:lvl2pPr marL="755660" indent="0">
              <a:buNone/>
              <a:defRPr sz="2314"/>
            </a:lvl2pPr>
            <a:lvl3pPr marL="1511320" indent="0">
              <a:buNone/>
              <a:defRPr sz="1983"/>
            </a:lvl3pPr>
            <a:lvl4pPr marL="2266980" indent="0">
              <a:buNone/>
              <a:defRPr sz="1653"/>
            </a:lvl4pPr>
            <a:lvl5pPr marL="3022641" indent="0">
              <a:buNone/>
              <a:defRPr sz="1653"/>
            </a:lvl5pPr>
            <a:lvl6pPr marL="3778301" indent="0">
              <a:buNone/>
              <a:defRPr sz="1653"/>
            </a:lvl6pPr>
            <a:lvl7pPr marL="4533961" indent="0">
              <a:buNone/>
              <a:defRPr sz="1653"/>
            </a:lvl7pPr>
            <a:lvl8pPr marL="5289621" indent="0">
              <a:buNone/>
              <a:defRPr sz="1653"/>
            </a:lvl8pPr>
            <a:lvl9pPr marL="6045281" indent="0">
              <a:buNone/>
              <a:defRPr sz="1653"/>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72284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040987" y="1424940"/>
            <a:ext cx="4874336" cy="4987290"/>
          </a:xfrm>
        </p:spPr>
        <p:txBody>
          <a:bodyPr anchor="b"/>
          <a:lstStyle>
            <a:lvl1pPr>
              <a:defRPr sz="5289"/>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6424994" y="3077479"/>
            <a:ext cx="7650956" cy="15189465"/>
          </a:xfrm>
        </p:spPr>
        <p:txBody>
          <a:bodyPr anchor="t"/>
          <a:lstStyle>
            <a:lvl1pPr marL="0" indent="0">
              <a:buNone/>
              <a:defRPr sz="5289"/>
            </a:lvl1pPr>
            <a:lvl2pPr marL="755660" indent="0">
              <a:buNone/>
              <a:defRPr sz="4628"/>
            </a:lvl2pPr>
            <a:lvl3pPr marL="1511320" indent="0">
              <a:buNone/>
              <a:defRPr sz="3967"/>
            </a:lvl3pPr>
            <a:lvl4pPr marL="2266980" indent="0">
              <a:buNone/>
              <a:defRPr sz="3306"/>
            </a:lvl4pPr>
            <a:lvl5pPr marL="3022641" indent="0">
              <a:buNone/>
              <a:defRPr sz="3306"/>
            </a:lvl5pPr>
            <a:lvl6pPr marL="3778301" indent="0">
              <a:buNone/>
              <a:defRPr sz="3306"/>
            </a:lvl6pPr>
            <a:lvl7pPr marL="4533961" indent="0">
              <a:buNone/>
              <a:defRPr sz="3306"/>
            </a:lvl7pPr>
            <a:lvl8pPr marL="5289621" indent="0">
              <a:buNone/>
              <a:defRPr sz="3306"/>
            </a:lvl8pPr>
            <a:lvl9pPr marL="6045281" indent="0">
              <a:buNone/>
              <a:defRPr sz="3306"/>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1040987" y="6412230"/>
            <a:ext cx="4874336" cy="11879449"/>
          </a:xfrm>
        </p:spPr>
        <p:txBody>
          <a:bodyPr/>
          <a:lstStyle>
            <a:lvl1pPr marL="0" indent="0">
              <a:buNone/>
              <a:defRPr sz="2644"/>
            </a:lvl1pPr>
            <a:lvl2pPr marL="755660" indent="0">
              <a:buNone/>
              <a:defRPr sz="2314"/>
            </a:lvl2pPr>
            <a:lvl3pPr marL="1511320" indent="0">
              <a:buNone/>
              <a:defRPr sz="1983"/>
            </a:lvl3pPr>
            <a:lvl4pPr marL="2266980" indent="0">
              <a:buNone/>
              <a:defRPr sz="1653"/>
            </a:lvl4pPr>
            <a:lvl5pPr marL="3022641" indent="0">
              <a:buNone/>
              <a:defRPr sz="1653"/>
            </a:lvl5pPr>
            <a:lvl6pPr marL="3778301" indent="0">
              <a:buNone/>
              <a:defRPr sz="1653"/>
            </a:lvl6pPr>
            <a:lvl7pPr marL="4533961" indent="0">
              <a:buNone/>
              <a:defRPr sz="1653"/>
            </a:lvl7pPr>
            <a:lvl8pPr marL="5289621" indent="0">
              <a:buNone/>
              <a:defRPr sz="1653"/>
            </a:lvl8pPr>
            <a:lvl9pPr marL="6045281" indent="0">
              <a:buNone/>
              <a:defRPr sz="1653"/>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78118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0178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5241" y="1137973"/>
            <a:ext cx="3258741" cy="18113562"/>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1039020" y="1137973"/>
            <a:ext cx="9587309" cy="18113562"/>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4646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019" y="1137978"/>
            <a:ext cx="13034963" cy="4131338"/>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1039019" y="5689865"/>
            <a:ext cx="13034963" cy="1356167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1039019" y="19810629"/>
            <a:ext cx="3400425" cy="1137973"/>
          </a:xfrm>
          <a:prstGeom prst="rect">
            <a:avLst/>
          </a:prstGeom>
        </p:spPr>
        <p:txBody>
          <a:bodyPr vert="horz" lIns="91440" tIns="45720" rIns="91440" bIns="45720" rtlCol="0" anchor="ctr"/>
          <a:lstStyle>
            <a:lvl1pPr algn="l">
              <a:defRPr sz="1983">
                <a:solidFill>
                  <a:schemeClr val="tx1">
                    <a:tint val="75000"/>
                  </a:schemeClr>
                </a:solidFill>
              </a:defRPr>
            </a:lvl1pPr>
          </a:lstStyle>
          <a:p>
            <a:fld id="{1D8BD707-D9CF-40AE-B4C6-C98DA3205C09}" type="datetimeFigureOut">
              <a:rPr lang="en-US" smtClean="0"/>
              <a:pPr/>
              <a:t>7/4/2026</a:t>
            </a:fld>
            <a:endParaRPr lang="en-US"/>
          </a:p>
        </p:txBody>
      </p:sp>
      <p:sp>
        <p:nvSpPr>
          <p:cNvPr id="5" name="Footer Placeholder 4"/>
          <p:cNvSpPr>
            <a:spLocks noGrp="1"/>
          </p:cNvSpPr>
          <p:nvPr>
            <p:ph type="ftr" sz="quarter" idx="3"/>
          </p:nvPr>
        </p:nvSpPr>
        <p:spPr>
          <a:xfrm>
            <a:off x="5006181" y="19810629"/>
            <a:ext cx="5100638" cy="1137973"/>
          </a:xfrm>
          <a:prstGeom prst="rect">
            <a:avLst/>
          </a:prstGeom>
        </p:spPr>
        <p:txBody>
          <a:bodyPr vert="horz" lIns="91440" tIns="45720" rIns="91440" bIns="45720" rtlCol="0" anchor="ctr"/>
          <a:lstStyle>
            <a:lvl1pPr algn="ctr">
              <a:defRPr sz="198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673556" y="19810629"/>
            <a:ext cx="3400425" cy="1137973"/>
          </a:xfrm>
          <a:prstGeom prst="rect">
            <a:avLst/>
          </a:prstGeom>
        </p:spPr>
        <p:txBody>
          <a:bodyPr vert="horz" lIns="91440" tIns="45720" rIns="91440" bIns="45720" rtlCol="0" anchor="ctr"/>
          <a:lstStyle>
            <a:lvl1pPr algn="r">
              <a:defRPr sz="1983">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5343259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1511320" rtl="0" eaLnBrk="1" latinLnBrk="0" hangingPunct="1">
        <a:lnSpc>
          <a:spcPct val="90000"/>
        </a:lnSpc>
        <a:spcBef>
          <a:spcPct val="0"/>
        </a:spcBef>
        <a:buNone/>
        <a:defRPr kumimoji="1" sz="7272" kern="1200">
          <a:solidFill>
            <a:schemeClr val="tx1"/>
          </a:solidFill>
          <a:latin typeface="+mj-lt"/>
          <a:ea typeface="+mj-ea"/>
          <a:cs typeface="+mj-cs"/>
        </a:defRPr>
      </a:lvl1pPr>
    </p:titleStyle>
    <p:bodyStyle>
      <a:lvl1pPr marL="377830" indent="-377830" algn="l" defTabSz="1511320" rtl="0" eaLnBrk="1" latinLnBrk="0" hangingPunct="1">
        <a:lnSpc>
          <a:spcPct val="90000"/>
        </a:lnSpc>
        <a:spcBef>
          <a:spcPts val="1653"/>
        </a:spcBef>
        <a:buFont typeface="Arial" panose="020B0604020202020204" pitchFamily="34" charset="0"/>
        <a:buChar char="•"/>
        <a:defRPr kumimoji="1" sz="4628" kern="1200">
          <a:solidFill>
            <a:schemeClr val="tx1"/>
          </a:solidFill>
          <a:latin typeface="+mn-lt"/>
          <a:ea typeface="+mn-ea"/>
          <a:cs typeface="+mn-cs"/>
        </a:defRPr>
      </a:lvl1pPr>
      <a:lvl2pPr marL="1133490" indent="-377830" algn="l" defTabSz="1511320" rtl="0" eaLnBrk="1" latinLnBrk="0" hangingPunct="1">
        <a:lnSpc>
          <a:spcPct val="90000"/>
        </a:lnSpc>
        <a:spcBef>
          <a:spcPts val="826"/>
        </a:spcBef>
        <a:buFont typeface="Arial" panose="020B0604020202020204" pitchFamily="34" charset="0"/>
        <a:buChar char="•"/>
        <a:defRPr kumimoji="1" sz="3967" kern="1200">
          <a:solidFill>
            <a:schemeClr val="tx1"/>
          </a:solidFill>
          <a:latin typeface="+mn-lt"/>
          <a:ea typeface="+mn-ea"/>
          <a:cs typeface="+mn-cs"/>
        </a:defRPr>
      </a:lvl2pPr>
      <a:lvl3pPr marL="1889150" indent="-377830" algn="l" defTabSz="1511320" rtl="0" eaLnBrk="1" latinLnBrk="0" hangingPunct="1">
        <a:lnSpc>
          <a:spcPct val="90000"/>
        </a:lnSpc>
        <a:spcBef>
          <a:spcPts val="826"/>
        </a:spcBef>
        <a:buFont typeface="Arial" panose="020B0604020202020204" pitchFamily="34" charset="0"/>
        <a:buChar char="•"/>
        <a:defRPr kumimoji="1" sz="3306" kern="1200">
          <a:solidFill>
            <a:schemeClr val="tx1"/>
          </a:solidFill>
          <a:latin typeface="+mn-lt"/>
          <a:ea typeface="+mn-ea"/>
          <a:cs typeface="+mn-cs"/>
        </a:defRPr>
      </a:lvl3pPr>
      <a:lvl4pPr marL="2644811" indent="-377830" algn="l" defTabSz="1511320" rtl="0" eaLnBrk="1" latinLnBrk="0" hangingPunct="1">
        <a:lnSpc>
          <a:spcPct val="90000"/>
        </a:lnSpc>
        <a:spcBef>
          <a:spcPts val="826"/>
        </a:spcBef>
        <a:buFont typeface="Arial" panose="020B0604020202020204" pitchFamily="34" charset="0"/>
        <a:buChar char="•"/>
        <a:defRPr kumimoji="1" sz="2975" kern="1200">
          <a:solidFill>
            <a:schemeClr val="tx1"/>
          </a:solidFill>
          <a:latin typeface="+mn-lt"/>
          <a:ea typeface="+mn-ea"/>
          <a:cs typeface="+mn-cs"/>
        </a:defRPr>
      </a:lvl4pPr>
      <a:lvl5pPr marL="3400471" indent="-377830" algn="l" defTabSz="1511320" rtl="0" eaLnBrk="1" latinLnBrk="0" hangingPunct="1">
        <a:lnSpc>
          <a:spcPct val="90000"/>
        </a:lnSpc>
        <a:spcBef>
          <a:spcPts val="826"/>
        </a:spcBef>
        <a:buFont typeface="Arial" panose="020B0604020202020204" pitchFamily="34" charset="0"/>
        <a:buChar char="•"/>
        <a:defRPr kumimoji="1" sz="2975" kern="1200">
          <a:solidFill>
            <a:schemeClr val="tx1"/>
          </a:solidFill>
          <a:latin typeface="+mn-lt"/>
          <a:ea typeface="+mn-ea"/>
          <a:cs typeface="+mn-cs"/>
        </a:defRPr>
      </a:lvl5pPr>
      <a:lvl6pPr marL="4156131" indent="-377830" algn="l" defTabSz="1511320" rtl="0" eaLnBrk="1" latinLnBrk="0" hangingPunct="1">
        <a:lnSpc>
          <a:spcPct val="90000"/>
        </a:lnSpc>
        <a:spcBef>
          <a:spcPts val="826"/>
        </a:spcBef>
        <a:buFont typeface="Arial" panose="020B0604020202020204" pitchFamily="34" charset="0"/>
        <a:buChar char="•"/>
        <a:defRPr kumimoji="1" sz="2975" kern="1200">
          <a:solidFill>
            <a:schemeClr val="tx1"/>
          </a:solidFill>
          <a:latin typeface="+mn-lt"/>
          <a:ea typeface="+mn-ea"/>
          <a:cs typeface="+mn-cs"/>
        </a:defRPr>
      </a:lvl6pPr>
      <a:lvl7pPr marL="4911791" indent="-377830" algn="l" defTabSz="1511320" rtl="0" eaLnBrk="1" latinLnBrk="0" hangingPunct="1">
        <a:lnSpc>
          <a:spcPct val="90000"/>
        </a:lnSpc>
        <a:spcBef>
          <a:spcPts val="826"/>
        </a:spcBef>
        <a:buFont typeface="Arial" panose="020B0604020202020204" pitchFamily="34" charset="0"/>
        <a:buChar char="•"/>
        <a:defRPr kumimoji="1" sz="2975" kern="1200">
          <a:solidFill>
            <a:schemeClr val="tx1"/>
          </a:solidFill>
          <a:latin typeface="+mn-lt"/>
          <a:ea typeface="+mn-ea"/>
          <a:cs typeface="+mn-cs"/>
        </a:defRPr>
      </a:lvl7pPr>
      <a:lvl8pPr marL="5667451" indent="-377830" algn="l" defTabSz="1511320" rtl="0" eaLnBrk="1" latinLnBrk="0" hangingPunct="1">
        <a:lnSpc>
          <a:spcPct val="90000"/>
        </a:lnSpc>
        <a:spcBef>
          <a:spcPts val="826"/>
        </a:spcBef>
        <a:buFont typeface="Arial" panose="020B0604020202020204" pitchFamily="34" charset="0"/>
        <a:buChar char="•"/>
        <a:defRPr kumimoji="1" sz="2975" kern="1200">
          <a:solidFill>
            <a:schemeClr val="tx1"/>
          </a:solidFill>
          <a:latin typeface="+mn-lt"/>
          <a:ea typeface="+mn-ea"/>
          <a:cs typeface="+mn-cs"/>
        </a:defRPr>
      </a:lvl8pPr>
      <a:lvl9pPr marL="6423111" indent="-377830" algn="l" defTabSz="1511320" rtl="0" eaLnBrk="1" latinLnBrk="0" hangingPunct="1">
        <a:lnSpc>
          <a:spcPct val="90000"/>
        </a:lnSpc>
        <a:spcBef>
          <a:spcPts val="826"/>
        </a:spcBef>
        <a:buFont typeface="Arial" panose="020B0604020202020204" pitchFamily="34" charset="0"/>
        <a:buChar char="•"/>
        <a:defRPr kumimoji="1" sz="2975" kern="1200">
          <a:solidFill>
            <a:schemeClr val="tx1"/>
          </a:solidFill>
          <a:latin typeface="+mn-lt"/>
          <a:ea typeface="+mn-ea"/>
          <a:cs typeface="+mn-cs"/>
        </a:defRPr>
      </a:lvl9pPr>
    </p:bodyStyle>
    <p:otherStyle>
      <a:defPPr>
        <a:defRPr lang="en-US"/>
      </a:defPPr>
      <a:lvl1pPr marL="0" algn="l" defTabSz="1511320" rtl="0" eaLnBrk="1" latinLnBrk="0" hangingPunct="1">
        <a:defRPr kumimoji="1" sz="2975" kern="1200">
          <a:solidFill>
            <a:schemeClr val="tx1"/>
          </a:solidFill>
          <a:latin typeface="+mn-lt"/>
          <a:ea typeface="+mn-ea"/>
          <a:cs typeface="+mn-cs"/>
        </a:defRPr>
      </a:lvl1pPr>
      <a:lvl2pPr marL="755660" algn="l" defTabSz="1511320" rtl="0" eaLnBrk="1" latinLnBrk="0" hangingPunct="1">
        <a:defRPr kumimoji="1" sz="2975" kern="1200">
          <a:solidFill>
            <a:schemeClr val="tx1"/>
          </a:solidFill>
          <a:latin typeface="+mn-lt"/>
          <a:ea typeface="+mn-ea"/>
          <a:cs typeface="+mn-cs"/>
        </a:defRPr>
      </a:lvl2pPr>
      <a:lvl3pPr marL="1511320" algn="l" defTabSz="1511320" rtl="0" eaLnBrk="1" latinLnBrk="0" hangingPunct="1">
        <a:defRPr kumimoji="1" sz="2975" kern="1200">
          <a:solidFill>
            <a:schemeClr val="tx1"/>
          </a:solidFill>
          <a:latin typeface="+mn-lt"/>
          <a:ea typeface="+mn-ea"/>
          <a:cs typeface="+mn-cs"/>
        </a:defRPr>
      </a:lvl3pPr>
      <a:lvl4pPr marL="2266980" algn="l" defTabSz="1511320" rtl="0" eaLnBrk="1" latinLnBrk="0" hangingPunct="1">
        <a:defRPr kumimoji="1" sz="2975" kern="1200">
          <a:solidFill>
            <a:schemeClr val="tx1"/>
          </a:solidFill>
          <a:latin typeface="+mn-lt"/>
          <a:ea typeface="+mn-ea"/>
          <a:cs typeface="+mn-cs"/>
        </a:defRPr>
      </a:lvl4pPr>
      <a:lvl5pPr marL="3022641" algn="l" defTabSz="1511320" rtl="0" eaLnBrk="1" latinLnBrk="0" hangingPunct="1">
        <a:defRPr kumimoji="1" sz="2975" kern="1200">
          <a:solidFill>
            <a:schemeClr val="tx1"/>
          </a:solidFill>
          <a:latin typeface="+mn-lt"/>
          <a:ea typeface="+mn-ea"/>
          <a:cs typeface="+mn-cs"/>
        </a:defRPr>
      </a:lvl5pPr>
      <a:lvl6pPr marL="3778301" algn="l" defTabSz="1511320" rtl="0" eaLnBrk="1" latinLnBrk="0" hangingPunct="1">
        <a:defRPr kumimoji="1" sz="2975" kern="1200">
          <a:solidFill>
            <a:schemeClr val="tx1"/>
          </a:solidFill>
          <a:latin typeface="+mn-lt"/>
          <a:ea typeface="+mn-ea"/>
          <a:cs typeface="+mn-cs"/>
        </a:defRPr>
      </a:lvl6pPr>
      <a:lvl7pPr marL="4533961" algn="l" defTabSz="1511320" rtl="0" eaLnBrk="1" latinLnBrk="0" hangingPunct="1">
        <a:defRPr kumimoji="1" sz="2975" kern="1200">
          <a:solidFill>
            <a:schemeClr val="tx1"/>
          </a:solidFill>
          <a:latin typeface="+mn-lt"/>
          <a:ea typeface="+mn-ea"/>
          <a:cs typeface="+mn-cs"/>
        </a:defRPr>
      </a:lvl7pPr>
      <a:lvl8pPr marL="5289621" algn="l" defTabSz="1511320" rtl="0" eaLnBrk="1" latinLnBrk="0" hangingPunct="1">
        <a:defRPr kumimoji="1" sz="2975" kern="1200">
          <a:solidFill>
            <a:schemeClr val="tx1"/>
          </a:solidFill>
          <a:latin typeface="+mn-lt"/>
          <a:ea typeface="+mn-ea"/>
          <a:cs typeface="+mn-cs"/>
        </a:defRPr>
      </a:lvl8pPr>
      <a:lvl9pPr marL="6045281" algn="l" defTabSz="1511320" rtl="0" eaLnBrk="1" latinLnBrk="0" hangingPunct="1">
        <a:defRPr kumimoji="1" sz="29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sv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jpeg"/></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6076467" y="9069670"/>
            <a:ext cx="8338032" cy="4769833"/>
            <a:chOff x="0" y="-57150"/>
            <a:chExt cx="1350193" cy="931406"/>
          </a:xfrm>
        </p:grpSpPr>
        <p:sp>
          <p:nvSpPr>
            <p:cNvPr id="3" name="Freeform 3"/>
            <p:cNvSpPr/>
            <p:nvPr/>
          </p:nvSpPr>
          <p:spPr>
            <a:xfrm>
              <a:off x="168038" y="0"/>
              <a:ext cx="1182155" cy="874256"/>
            </a:xfrm>
            <a:custGeom>
              <a:avLst/>
              <a:gdLst/>
              <a:ahLst/>
              <a:cxnLst/>
              <a:rect l="l" t="t" r="r" b="b"/>
              <a:pathLst>
                <a:path w="1350193" h="874256">
                  <a:moveTo>
                    <a:pt x="33906" y="0"/>
                  </a:moveTo>
                  <a:lnTo>
                    <a:pt x="1316287" y="0"/>
                  </a:lnTo>
                  <a:cubicBezTo>
                    <a:pt x="1325279" y="0"/>
                    <a:pt x="1333903" y="3572"/>
                    <a:pt x="1340262" y="9931"/>
                  </a:cubicBezTo>
                  <a:cubicBezTo>
                    <a:pt x="1346621" y="16289"/>
                    <a:pt x="1350193" y="24914"/>
                    <a:pt x="1350193" y="33906"/>
                  </a:cubicBezTo>
                  <a:lnTo>
                    <a:pt x="1350193" y="840350"/>
                  </a:lnTo>
                  <a:cubicBezTo>
                    <a:pt x="1350193" y="849343"/>
                    <a:pt x="1346621" y="857967"/>
                    <a:pt x="1340262" y="864325"/>
                  </a:cubicBezTo>
                  <a:cubicBezTo>
                    <a:pt x="1333903" y="870684"/>
                    <a:pt x="1325279" y="874256"/>
                    <a:pt x="1316287" y="874256"/>
                  </a:cubicBezTo>
                  <a:lnTo>
                    <a:pt x="33906" y="874256"/>
                  </a:lnTo>
                  <a:cubicBezTo>
                    <a:pt x="24914" y="874256"/>
                    <a:pt x="16289" y="870684"/>
                    <a:pt x="9931" y="864325"/>
                  </a:cubicBezTo>
                  <a:cubicBezTo>
                    <a:pt x="3572" y="857967"/>
                    <a:pt x="0" y="849343"/>
                    <a:pt x="0" y="840350"/>
                  </a:cubicBezTo>
                  <a:lnTo>
                    <a:pt x="0" y="33906"/>
                  </a:lnTo>
                  <a:cubicBezTo>
                    <a:pt x="0" y="24914"/>
                    <a:pt x="3572" y="16289"/>
                    <a:pt x="9931" y="9931"/>
                  </a:cubicBezTo>
                  <a:cubicBezTo>
                    <a:pt x="16289" y="3572"/>
                    <a:pt x="24914" y="0"/>
                    <a:pt x="33906" y="0"/>
                  </a:cubicBezTo>
                  <a:close/>
                </a:path>
              </a:pathLst>
            </a:custGeom>
            <a:solidFill>
              <a:schemeClr val="accent1">
                <a:lumMod val="40000"/>
                <a:lumOff val="60000"/>
              </a:schemeClr>
            </a:solidFill>
          </p:spPr>
          <p:txBody>
            <a:bodyPr/>
            <a:lstStyle/>
            <a:p>
              <a:pPr>
                <a:lnSpc>
                  <a:spcPct val="150000"/>
                </a:lnSpc>
              </a:pPr>
              <a:endParaRPr lang="ja-JP" altLang="en-US">
                <a:latin typeface="+mj-ea"/>
                <a:ea typeface="+mj-ea"/>
              </a:endParaRPr>
            </a:p>
          </p:txBody>
        </p:sp>
        <p:sp>
          <p:nvSpPr>
            <p:cNvPr id="4" name="TextBox 4"/>
            <p:cNvSpPr txBox="1"/>
            <p:nvPr/>
          </p:nvSpPr>
          <p:spPr>
            <a:xfrm>
              <a:off x="0" y="-57150"/>
              <a:ext cx="1350193" cy="931406"/>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grpSp>
        <p:nvGrpSpPr>
          <p:cNvPr id="5" name="Group 5"/>
          <p:cNvGrpSpPr/>
          <p:nvPr/>
        </p:nvGrpSpPr>
        <p:grpSpPr>
          <a:xfrm>
            <a:off x="7720115" y="9112717"/>
            <a:ext cx="3164489" cy="785026"/>
            <a:chOff x="0" y="0"/>
            <a:chExt cx="1350193" cy="101445"/>
          </a:xfrm>
        </p:grpSpPr>
        <p:sp>
          <p:nvSpPr>
            <p:cNvPr id="6" name="Freeform 6"/>
            <p:cNvSpPr/>
            <p:nvPr/>
          </p:nvSpPr>
          <p:spPr>
            <a:xfrm>
              <a:off x="0" y="0"/>
              <a:ext cx="1350193" cy="101445"/>
            </a:xfrm>
            <a:custGeom>
              <a:avLst/>
              <a:gdLst/>
              <a:ahLst/>
              <a:cxnLst/>
              <a:rect l="l" t="t" r="r" b="b"/>
              <a:pathLst>
                <a:path w="1350193" h="101445">
                  <a:moveTo>
                    <a:pt x="14384" y="0"/>
                  </a:moveTo>
                  <a:lnTo>
                    <a:pt x="1335808" y="0"/>
                  </a:lnTo>
                  <a:cubicBezTo>
                    <a:pt x="1343753" y="0"/>
                    <a:pt x="1350193" y="6440"/>
                    <a:pt x="1350193" y="14384"/>
                  </a:cubicBezTo>
                  <a:lnTo>
                    <a:pt x="1350193" y="87060"/>
                  </a:lnTo>
                  <a:cubicBezTo>
                    <a:pt x="1350193" y="95005"/>
                    <a:pt x="1343753" y="101445"/>
                    <a:pt x="1335808" y="101445"/>
                  </a:cubicBezTo>
                  <a:lnTo>
                    <a:pt x="14384" y="101445"/>
                  </a:lnTo>
                  <a:cubicBezTo>
                    <a:pt x="6440" y="101445"/>
                    <a:pt x="0" y="95005"/>
                    <a:pt x="0" y="87060"/>
                  </a:cubicBezTo>
                  <a:lnTo>
                    <a:pt x="0" y="14384"/>
                  </a:lnTo>
                  <a:cubicBezTo>
                    <a:pt x="0" y="6440"/>
                    <a:pt x="6440" y="0"/>
                    <a:pt x="14384" y="0"/>
                  </a:cubicBezTo>
                  <a:close/>
                </a:path>
              </a:pathLst>
            </a:custGeom>
            <a:solidFill>
              <a:srgbClr val="E0DFD8"/>
            </a:solidFill>
          </p:spPr>
          <p:txBody>
            <a:bodyPr/>
            <a:lstStyle/>
            <a:p>
              <a:pPr>
                <a:lnSpc>
                  <a:spcPct val="150000"/>
                </a:lnSpc>
              </a:pPr>
              <a:endParaRPr lang="ja-JP" altLang="en-US">
                <a:latin typeface="+mj-ea"/>
                <a:ea typeface="+mj-ea"/>
              </a:endParaRPr>
            </a:p>
          </p:txBody>
        </p:sp>
        <p:sp>
          <p:nvSpPr>
            <p:cNvPr id="7" name="TextBox 7"/>
            <p:cNvSpPr txBox="1"/>
            <p:nvPr/>
          </p:nvSpPr>
          <p:spPr>
            <a:xfrm>
              <a:off x="0" y="-57150"/>
              <a:ext cx="1350193" cy="158595"/>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grpSp>
        <p:nvGrpSpPr>
          <p:cNvPr id="20" name="Group 20"/>
          <p:cNvGrpSpPr/>
          <p:nvPr/>
        </p:nvGrpSpPr>
        <p:grpSpPr>
          <a:xfrm>
            <a:off x="7720115" y="4621574"/>
            <a:ext cx="6758140" cy="4250017"/>
            <a:chOff x="0" y="0"/>
            <a:chExt cx="1065840" cy="812800"/>
          </a:xfrm>
        </p:grpSpPr>
        <p:sp>
          <p:nvSpPr>
            <p:cNvPr id="21" name="Freeform 21"/>
            <p:cNvSpPr/>
            <p:nvPr/>
          </p:nvSpPr>
          <p:spPr>
            <a:xfrm>
              <a:off x="0" y="0"/>
              <a:ext cx="1065840" cy="812800"/>
            </a:xfrm>
            <a:custGeom>
              <a:avLst/>
              <a:gdLst/>
              <a:ahLst/>
              <a:cxnLst/>
              <a:rect l="l" t="t" r="r" b="b"/>
              <a:pathLst>
                <a:path w="1065840" h="812800">
                  <a:moveTo>
                    <a:pt x="42952" y="0"/>
                  </a:moveTo>
                  <a:lnTo>
                    <a:pt x="1022888" y="0"/>
                  </a:lnTo>
                  <a:cubicBezTo>
                    <a:pt x="1046609" y="0"/>
                    <a:pt x="1065840" y="19230"/>
                    <a:pt x="1065840" y="42952"/>
                  </a:cubicBezTo>
                  <a:lnTo>
                    <a:pt x="1065840" y="769848"/>
                  </a:lnTo>
                  <a:cubicBezTo>
                    <a:pt x="1065840" y="793570"/>
                    <a:pt x="1046609" y="812800"/>
                    <a:pt x="1022888" y="812800"/>
                  </a:cubicBezTo>
                  <a:lnTo>
                    <a:pt x="42952" y="812800"/>
                  </a:lnTo>
                  <a:cubicBezTo>
                    <a:pt x="19230" y="812800"/>
                    <a:pt x="0" y="793570"/>
                    <a:pt x="0" y="769848"/>
                  </a:cubicBezTo>
                  <a:lnTo>
                    <a:pt x="0" y="42952"/>
                  </a:lnTo>
                  <a:cubicBezTo>
                    <a:pt x="0" y="19230"/>
                    <a:pt x="19230" y="0"/>
                    <a:pt x="42952" y="0"/>
                  </a:cubicBezTo>
                  <a:close/>
                </a:path>
              </a:pathLst>
            </a:custGeom>
            <a:solidFill>
              <a:schemeClr val="accent1">
                <a:lumMod val="40000"/>
                <a:lumOff val="60000"/>
              </a:schemeClr>
            </a:solidFill>
          </p:spPr>
          <p:txBody>
            <a:bodyPr/>
            <a:lstStyle/>
            <a:p>
              <a:pPr>
                <a:lnSpc>
                  <a:spcPct val="150000"/>
                </a:lnSpc>
              </a:pPr>
              <a:endParaRPr lang="ja-JP" altLang="en-US">
                <a:latin typeface="+mj-ea"/>
                <a:ea typeface="+mj-ea"/>
              </a:endParaRPr>
            </a:p>
          </p:txBody>
        </p:sp>
        <p:sp>
          <p:nvSpPr>
            <p:cNvPr id="22" name="TextBox 22"/>
            <p:cNvSpPr txBox="1"/>
            <p:nvPr/>
          </p:nvSpPr>
          <p:spPr>
            <a:xfrm>
              <a:off x="0" y="-57150"/>
              <a:ext cx="1065840" cy="869950"/>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grpSp>
        <p:nvGrpSpPr>
          <p:cNvPr id="23" name="Group 23"/>
          <p:cNvGrpSpPr/>
          <p:nvPr/>
        </p:nvGrpSpPr>
        <p:grpSpPr>
          <a:xfrm>
            <a:off x="7656359" y="3457710"/>
            <a:ext cx="2359726" cy="1504611"/>
            <a:chOff x="0" y="-57150"/>
            <a:chExt cx="1457651" cy="161736"/>
          </a:xfrm>
        </p:grpSpPr>
        <p:sp>
          <p:nvSpPr>
            <p:cNvPr id="24" name="Freeform 24"/>
            <p:cNvSpPr/>
            <p:nvPr/>
          </p:nvSpPr>
          <p:spPr>
            <a:xfrm>
              <a:off x="391811" y="20058"/>
              <a:ext cx="1065840" cy="84528"/>
            </a:xfrm>
            <a:custGeom>
              <a:avLst/>
              <a:gdLst/>
              <a:ahLst/>
              <a:cxnLst/>
              <a:rect l="l" t="t" r="r" b="b"/>
              <a:pathLst>
                <a:path w="1065840" h="101445">
                  <a:moveTo>
                    <a:pt x="18222" y="0"/>
                  </a:moveTo>
                  <a:lnTo>
                    <a:pt x="1047618" y="0"/>
                  </a:lnTo>
                  <a:cubicBezTo>
                    <a:pt x="1052450" y="0"/>
                    <a:pt x="1057085" y="1920"/>
                    <a:pt x="1060503" y="5337"/>
                  </a:cubicBezTo>
                  <a:cubicBezTo>
                    <a:pt x="1063920" y="8754"/>
                    <a:pt x="1065840" y="13389"/>
                    <a:pt x="1065840" y="18222"/>
                  </a:cubicBezTo>
                  <a:lnTo>
                    <a:pt x="1065840" y="83223"/>
                  </a:lnTo>
                  <a:cubicBezTo>
                    <a:pt x="1065840" y="88056"/>
                    <a:pt x="1063920" y="92690"/>
                    <a:pt x="1060503" y="96108"/>
                  </a:cubicBezTo>
                  <a:cubicBezTo>
                    <a:pt x="1057085" y="99525"/>
                    <a:pt x="1052450" y="101445"/>
                    <a:pt x="1047618" y="101445"/>
                  </a:cubicBezTo>
                  <a:lnTo>
                    <a:pt x="18222" y="101445"/>
                  </a:lnTo>
                  <a:cubicBezTo>
                    <a:pt x="13389" y="101445"/>
                    <a:pt x="8754" y="99525"/>
                    <a:pt x="5337" y="96108"/>
                  </a:cubicBezTo>
                  <a:cubicBezTo>
                    <a:pt x="1920" y="92690"/>
                    <a:pt x="0" y="88056"/>
                    <a:pt x="0" y="83223"/>
                  </a:cubicBezTo>
                  <a:lnTo>
                    <a:pt x="0" y="18222"/>
                  </a:lnTo>
                  <a:cubicBezTo>
                    <a:pt x="0" y="13389"/>
                    <a:pt x="1920" y="8754"/>
                    <a:pt x="5337" y="5337"/>
                  </a:cubicBezTo>
                  <a:cubicBezTo>
                    <a:pt x="8754" y="1920"/>
                    <a:pt x="13389" y="0"/>
                    <a:pt x="18222" y="0"/>
                  </a:cubicBezTo>
                  <a:close/>
                </a:path>
              </a:pathLst>
            </a:custGeom>
            <a:solidFill>
              <a:srgbClr val="E0DFD8"/>
            </a:solidFill>
          </p:spPr>
          <p:txBody>
            <a:bodyPr/>
            <a:lstStyle/>
            <a:p>
              <a:pPr algn="ctr">
                <a:lnSpc>
                  <a:spcPct val="150000"/>
                </a:lnSpc>
              </a:pPr>
              <a:r>
                <a:rPr lang="ja-JP" altLang="en-US" sz="3600" b="1">
                  <a:latin typeface="+mj-ea"/>
                  <a:ea typeface="+mj-ea"/>
                </a:rPr>
                <a:t>概要</a:t>
              </a:r>
            </a:p>
          </p:txBody>
        </p:sp>
        <p:sp>
          <p:nvSpPr>
            <p:cNvPr id="25" name="TextBox 25"/>
            <p:cNvSpPr txBox="1"/>
            <p:nvPr/>
          </p:nvSpPr>
          <p:spPr>
            <a:xfrm>
              <a:off x="0" y="-57150"/>
              <a:ext cx="1065840" cy="158595"/>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grpSp>
        <p:nvGrpSpPr>
          <p:cNvPr id="27" name="Group 27"/>
          <p:cNvGrpSpPr/>
          <p:nvPr/>
        </p:nvGrpSpPr>
        <p:grpSpPr>
          <a:xfrm>
            <a:off x="698501" y="4016653"/>
            <a:ext cx="6758139" cy="4854938"/>
            <a:chOff x="0" y="-57150"/>
            <a:chExt cx="1065840" cy="869950"/>
          </a:xfrm>
        </p:grpSpPr>
        <p:sp>
          <p:nvSpPr>
            <p:cNvPr id="28" name="Freeform 28"/>
            <p:cNvSpPr/>
            <p:nvPr/>
          </p:nvSpPr>
          <p:spPr>
            <a:xfrm>
              <a:off x="0" y="51245"/>
              <a:ext cx="1065840" cy="761555"/>
            </a:xfrm>
            <a:custGeom>
              <a:avLst/>
              <a:gdLst/>
              <a:ahLst/>
              <a:cxnLst/>
              <a:rect l="l" t="t" r="r" b="b"/>
              <a:pathLst>
                <a:path w="1065840" h="812800">
                  <a:moveTo>
                    <a:pt x="42952" y="0"/>
                  </a:moveTo>
                  <a:lnTo>
                    <a:pt x="1022888" y="0"/>
                  </a:lnTo>
                  <a:cubicBezTo>
                    <a:pt x="1046609" y="0"/>
                    <a:pt x="1065840" y="19230"/>
                    <a:pt x="1065840" y="42952"/>
                  </a:cubicBezTo>
                  <a:lnTo>
                    <a:pt x="1065840" y="769848"/>
                  </a:lnTo>
                  <a:cubicBezTo>
                    <a:pt x="1065840" y="793570"/>
                    <a:pt x="1046609" y="812800"/>
                    <a:pt x="1022888" y="812800"/>
                  </a:cubicBezTo>
                  <a:lnTo>
                    <a:pt x="42952" y="812800"/>
                  </a:lnTo>
                  <a:cubicBezTo>
                    <a:pt x="19230" y="812800"/>
                    <a:pt x="0" y="793570"/>
                    <a:pt x="0" y="769848"/>
                  </a:cubicBezTo>
                  <a:lnTo>
                    <a:pt x="0" y="42952"/>
                  </a:lnTo>
                  <a:cubicBezTo>
                    <a:pt x="0" y="19230"/>
                    <a:pt x="19230" y="0"/>
                    <a:pt x="42952" y="0"/>
                  </a:cubicBezTo>
                  <a:close/>
                </a:path>
              </a:pathLst>
            </a:custGeom>
            <a:solidFill>
              <a:schemeClr val="accent1">
                <a:lumMod val="40000"/>
                <a:lumOff val="60000"/>
              </a:schemeClr>
            </a:solidFill>
          </p:spPr>
          <p:txBody>
            <a:bodyPr/>
            <a:lstStyle/>
            <a:p>
              <a:pPr>
                <a:lnSpc>
                  <a:spcPct val="150000"/>
                </a:lnSpc>
              </a:pPr>
              <a:endParaRPr lang="ja-JP" altLang="en-US" dirty="0">
                <a:latin typeface="+mj-ea"/>
                <a:ea typeface="+mj-ea"/>
              </a:endParaRPr>
            </a:p>
          </p:txBody>
        </p:sp>
        <p:sp>
          <p:nvSpPr>
            <p:cNvPr id="29" name="TextBox 29"/>
            <p:cNvSpPr txBox="1"/>
            <p:nvPr/>
          </p:nvSpPr>
          <p:spPr>
            <a:xfrm>
              <a:off x="0" y="-57150"/>
              <a:ext cx="1065840" cy="869950"/>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grpSp>
        <p:nvGrpSpPr>
          <p:cNvPr id="30" name="Group 30"/>
          <p:cNvGrpSpPr/>
          <p:nvPr/>
        </p:nvGrpSpPr>
        <p:grpSpPr>
          <a:xfrm>
            <a:off x="1508501" y="3787528"/>
            <a:ext cx="2798034" cy="1147352"/>
            <a:chOff x="0" y="-57150"/>
            <a:chExt cx="1083106" cy="168642"/>
          </a:xfrm>
        </p:grpSpPr>
        <p:sp>
          <p:nvSpPr>
            <p:cNvPr id="31" name="Freeform 31"/>
            <p:cNvSpPr/>
            <p:nvPr/>
          </p:nvSpPr>
          <p:spPr>
            <a:xfrm>
              <a:off x="0" y="-56"/>
              <a:ext cx="1083106" cy="111548"/>
            </a:xfrm>
            <a:custGeom>
              <a:avLst/>
              <a:gdLst/>
              <a:ahLst/>
              <a:cxnLst/>
              <a:rect l="l" t="t" r="r" b="b"/>
              <a:pathLst>
                <a:path w="1065840" h="101445">
                  <a:moveTo>
                    <a:pt x="18222" y="0"/>
                  </a:moveTo>
                  <a:lnTo>
                    <a:pt x="1047618" y="0"/>
                  </a:lnTo>
                  <a:cubicBezTo>
                    <a:pt x="1052450" y="0"/>
                    <a:pt x="1057085" y="1920"/>
                    <a:pt x="1060503" y="5337"/>
                  </a:cubicBezTo>
                  <a:cubicBezTo>
                    <a:pt x="1063920" y="8754"/>
                    <a:pt x="1065840" y="13389"/>
                    <a:pt x="1065840" y="18222"/>
                  </a:cubicBezTo>
                  <a:lnTo>
                    <a:pt x="1065840" y="83223"/>
                  </a:lnTo>
                  <a:cubicBezTo>
                    <a:pt x="1065840" y="88056"/>
                    <a:pt x="1063920" y="92690"/>
                    <a:pt x="1060503" y="96108"/>
                  </a:cubicBezTo>
                  <a:cubicBezTo>
                    <a:pt x="1057085" y="99525"/>
                    <a:pt x="1052450" y="101445"/>
                    <a:pt x="1047618" y="101445"/>
                  </a:cubicBezTo>
                  <a:lnTo>
                    <a:pt x="18222" y="101445"/>
                  </a:lnTo>
                  <a:cubicBezTo>
                    <a:pt x="13389" y="101445"/>
                    <a:pt x="8754" y="99525"/>
                    <a:pt x="5337" y="96108"/>
                  </a:cubicBezTo>
                  <a:cubicBezTo>
                    <a:pt x="1920" y="92690"/>
                    <a:pt x="0" y="88056"/>
                    <a:pt x="0" y="83223"/>
                  </a:cubicBezTo>
                  <a:lnTo>
                    <a:pt x="0" y="18222"/>
                  </a:lnTo>
                  <a:cubicBezTo>
                    <a:pt x="0" y="13389"/>
                    <a:pt x="1920" y="8754"/>
                    <a:pt x="5337" y="5337"/>
                  </a:cubicBezTo>
                  <a:cubicBezTo>
                    <a:pt x="8754" y="1920"/>
                    <a:pt x="13389" y="0"/>
                    <a:pt x="18222" y="0"/>
                  </a:cubicBezTo>
                  <a:close/>
                </a:path>
              </a:pathLst>
            </a:custGeom>
            <a:solidFill>
              <a:srgbClr val="E0DFD8"/>
            </a:solidFill>
          </p:spPr>
          <p:txBody>
            <a:bodyPr/>
            <a:lstStyle/>
            <a:p>
              <a:pPr algn="ctr">
                <a:lnSpc>
                  <a:spcPct val="150000"/>
                </a:lnSpc>
              </a:pPr>
              <a:r>
                <a:rPr lang="ja-JP" altLang="en-US" sz="3600" b="1">
                  <a:latin typeface="+mj-ea"/>
                  <a:ea typeface="+mj-ea"/>
                </a:rPr>
                <a:t>目的</a:t>
              </a:r>
            </a:p>
          </p:txBody>
        </p:sp>
        <p:sp>
          <p:nvSpPr>
            <p:cNvPr id="32" name="TextBox 32"/>
            <p:cNvSpPr txBox="1"/>
            <p:nvPr/>
          </p:nvSpPr>
          <p:spPr>
            <a:xfrm>
              <a:off x="0" y="-57150"/>
              <a:ext cx="1065840" cy="158595"/>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sp>
        <p:nvSpPr>
          <p:cNvPr id="34" name="Freeform 34"/>
          <p:cNvSpPr/>
          <p:nvPr/>
        </p:nvSpPr>
        <p:spPr>
          <a:xfrm>
            <a:off x="1075019" y="1689979"/>
            <a:ext cx="2798034" cy="2243515"/>
          </a:xfrm>
          <a:custGeom>
            <a:avLst/>
            <a:gdLst/>
            <a:ahLst/>
            <a:cxnLst/>
            <a:rect l="l" t="t" r="r" b="b"/>
            <a:pathLst>
              <a:path w="2798034" h="2243515">
                <a:moveTo>
                  <a:pt x="0" y="0"/>
                </a:moveTo>
                <a:lnTo>
                  <a:pt x="2798034" y="0"/>
                </a:lnTo>
                <a:lnTo>
                  <a:pt x="2798034" y="2243514"/>
                </a:lnTo>
                <a:lnTo>
                  <a:pt x="0" y="224351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nSpc>
                <a:spcPct val="150000"/>
              </a:lnSpc>
            </a:pPr>
            <a:endParaRPr lang="ja-JP" altLang="en-US">
              <a:latin typeface="+mj-ea"/>
              <a:ea typeface="+mj-ea"/>
            </a:endParaRPr>
          </a:p>
        </p:txBody>
      </p:sp>
      <p:sp>
        <p:nvSpPr>
          <p:cNvPr id="37" name="Freeform 37"/>
          <p:cNvSpPr/>
          <p:nvPr/>
        </p:nvSpPr>
        <p:spPr>
          <a:xfrm rot="5400000">
            <a:off x="12067503" y="-2175351"/>
            <a:ext cx="2304289" cy="6125967"/>
          </a:xfrm>
          <a:custGeom>
            <a:avLst/>
            <a:gdLst/>
            <a:ahLst/>
            <a:cxnLst/>
            <a:rect l="l" t="t" r="r" b="b"/>
            <a:pathLst>
              <a:path w="2304289" h="6125967">
                <a:moveTo>
                  <a:pt x="0" y="0"/>
                </a:moveTo>
                <a:lnTo>
                  <a:pt x="2304290" y="0"/>
                </a:lnTo>
                <a:lnTo>
                  <a:pt x="2304290" y="6125967"/>
                </a:lnTo>
                <a:lnTo>
                  <a:pt x="0" y="6125967"/>
                </a:lnTo>
                <a:lnTo>
                  <a:pt x="0" y="0"/>
                </a:lnTo>
                <a:close/>
              </a:path>
            </a:pathLst>
          </a:custGeom>
          <a:blipFill>
            <a:blip>
              <a:alphaModFix amt="6999"/>
              <a:extLst>
                <a:ext uri="{96DAC541-7B7A-43D3-8B79-37D633B846F1}">
                  <asvg:svgBlip xmlns:asvg="http://schemas.microsoft.com/office/drawing/2016/SVG/main" r:embed="rId4"/>
                </a:ext>
              </a:extLst>
            </a:blip>
            <a:stretch>
              <a:fillRect l="-162467"/>
            </a:stretch>
          </a:blipFill>
        </p:spPr>
        <p:txBody>
          <a:bodyPr/>
          <a:lstStyle/>
          <a:p>
            <a:pPr>
              <a:lnSpc>
                <a:spcPct val="150000"/>
              </a:lnSpc>
            </a:pPr>
            <a:endParaRPr lang="ja-JP" altLang="en-US">
              <a:latin typeface="+mj-ea"/>
              <a:ea typeface="+mj-ea"/>
            </a:endParaRPr>
          </a:p>
        </p:txBody>
      </p:sp>
      <p:sp>
        <p:nvSpPr>
          <p:cNvPr id="44" name="TextBox 44"/>
          <p:cNvSpPr txBox="1"/>
          <p:nvPr/>
        </p:nvSpPr>
        <p:spPr>
          <a:xfrm>
            <a:off x="3670301" y="1049365"/>
            <a:ext cx="10807954" cy="1333250"/>
          </a:xfrm>
          <a:prstGeom prst="rect">
            <a:avLst/>
          </a:prstGeom>
        </p:spPr>
        <p:txBody>
          <a:bodyPr wrap="square" lIns="0" tIns="0" rIns="0" bIns="0" rtlCol="0" anchor="t">
            <a:spAutoFit/>
          </a:bodyPr>
          <a:lstStyle/>
          <a:p>
            <a:pPr algn="ctr">
              <a:lnSpc>
                <a:spcPct val="150000"/>
              </a:lnSpc>
            </a:pPr>
            <a:r>
              <a:rPr lang="ja-JP" altLang="en-US" sz="6431" b="1">
                <a:solidFill>
                  <a:srgbClr val="00327D"/>
                </a:solidFill>
                <a:latin typeface="+mj-ea"/>
                <a:ea typeface="+mj-ea"/>
                <a:cs typeface="Fredoka"/>
                <a:sym typeface="Fredoka"/>
              </a:rPr>
              <a:t>デジタル水族館　・・・</a:t>
            </a:r>
            <a:endParaRPr lang="en-US" sz="6431">
              <a:solidFill>
                <a:srgbClr val="00327D"/>
              </a:solidFill>
              <a:latin typeface="+mj-ea"/>
              <a:ea typeface="+mj-ea"/>
              <a:cs typeface="Fredoka"/>
              <a:sym typeface="Fredoka"/>
            </a:endParaRPr>
          </a:p>
        </p:txBody>
      </p:sp>
      <p:sp>
        <p:nvSpPr>
          <p:cNvPr id="45" name="TextBox 45"/>
          <p:cNvSpPr txBox="1"/>
          <p:nvPr/>
        </p:nvSpPr>
        <p:spPr>
          <a:xfrm>
            <a:off x="5335284" y="3082978"/>
            <a:ext cx="9241948" cy="663387"/>
          </a:xfrm>
          <a:prstGeom prst="rect">
            <a:avLst/>
          </a:prstGeom>
        </p:spPr>
        <p:txBody>
          <a:bodyPr lIns="0" tIns="0" rIns="0" bIns="0" rtlCol="0" anchor="t">
            <a:spAutoFit/>
          </a:bodyPr>
          <a:lstStyle/>
          <a:p>
            <a:pPr algn="r">
              <a:lnSpc>
                <a:spcPct val="150000"/>
              </a:lnSpc>
            </a:pPr>
            <a:r>
              <a:rPr lang="en-US" sz="3200" b="1" dirty="0">
                <a:solidFill>
                  <a:srgbClr val="0C1031"/>
                </a:solidFill>
                <a:latin typeface="+mj-ea"/>
                <a:ea typeface="+mj-ea"/>
                <a:cs typeface="Source Sans Pro"/>
                <a:sym typeface="Source Sans Pro"/>
              </a:rPr>
              <a:t>C1</a:t>
            </a:r>
            <a:r>
              <a:rPr lang="ja-JP" altLang="en-US" sz="3200" b="1" dirty="0">
                <a:solidFill>
                  <a:srgbClr val="0C1031"/>
                </a:solidFill>
                <a:latin typeface="+mj-ea"/>
                <a:ea typeface="+mj-ea"/>
                <a:cs typeface="Source Sans Pro"/>
                <a:sym typeface="Source Sans Pro"/>
              </a:rPr>
              <a:t>班 ：</a:t>
            </a:r>
            <a:r>
              <a:rPr lang="en-US" altLang="ja-JP" sz="3200" b="1" dirty="0">
                <a:solidFill>
                  <a:srgbClr val="0C1031"/>
                </a:solidFill>
                <a:latin typeface="+mj-ea"/>
                <a:ea typeface="+mj-ea"/>
                <a:cs typeface="Source Sans Pro"/>
                <a:sym typeface="Source Sans Pro"/>
              </a:rPr>
              <a:t> </a:t>
            </a:r>
            <a:r>
              <a:rPr lang="ja-JP" altLang="en-US" sz="3200" b="1" dirty="0">
                <a:solidFill>
                  <a:srgbClr val="0C1031"/>
                </a:solidFill>
                <a:latin typeface="+mj-ea"/>
                <a:ea typeface="+mj-ea"/>
                <a:cs typeface="Source Sans Pro"/>
                <a:sym typeface="Source Sans Pro"/>
              </a:rPr>
              <a:t>俵伊吹、長谷川煌輔、中嶋華鈴、三木快和</a:t>
            </a:r>
            <a:endParaRPr lang="en-US" sz="3200" b="1" dirty="0">
              <a:solidFill>
                <a:srgbClr val="0C1031"/>
              </a:solidFill>
              <a:latin typeface="+mj-ea"/>
              <a:ea typeface="+mj-ea"/>
              <a:cs typeface="Source Sans Pro"/>
              <a:sym typeface="Source Sans Pro"/>
            </a:endParaRPr>
          </a:p>
        </p:txBody>
      </p:sp>
      <p:sp>
        <p:nvSpPr>
          <p:cNvPr id="49" name="TextBox 49"/>
          <p:cNvSpPr txBox="1"/>
          <p:nvPr/>
        </p:nvSpPr>
        <p:spPr>
          <a:xfrm>
            <a:off x="7667253" y="9099723"/>
            <a:ext cx="3217351" cy="755848"/>
          </a:xfrm>
          <a:prstGeom prst="rect">
            <a:avLst/>
          </a:prstGeom>
        </p:spPr>
        <p:txBody>
          <a:bodyPr lIns="0" tIns="0" rIns="0" bIns="0" rtlCol="0" anchor="t">
            <a:spAutoFit/>
          </a:bodyPr>
          <a:lstStyle/>
          <a:p>
            <a:pPr algn="ctr">
              <a:lnSpc>
                <a:spcPct val="150000"/>
              </a:lnSpc>
            </a:pPr>
            <a:r>
              <a:rPr lang="ja-JP" altLang="en-US" sz="3600" b="1">
                <a:latin typeface="+mj-ea"/>
                <a:ea typeface="+mj-ea"/>
                <a:cs typeface="Fredoka"/>
                <a:sym typeface="Fredoka"/>
              </a:rPr>
              <a:t>開発環境</a:t>
            </a:r>
            <a:endParaRPr lang="en-US" sz="3600" b="1">
              <a:latin typeface="+mj-ea"/>
              <a:ea typeface="+mj-ea"/>
              <a:cs typeface="Fredoka"/>
              <a:sym typeface="Fredoka"/>
            </a:endParaRPr>
          </a:p>
        </p:txBody>
      </p:sp>
      <p:sp>
        <p:nvSpPr>
          <p:cNvPr id="51" name="TextBox 51"/>
          <p:cNvSpPr txBox="1"/>
          <p:nvPr/>
        </p:nvSpPr>
        <p:spPr>
          <a:xfrm>
            <a:off x="832734" y="5287288"/>
            <a:ext cx="6488518" cy="3130665"/>
          </a:xfrm>
          <a:prstGeom prst="rect">
            <a:avLst/>
          </a:prstGeom>
        </p:spPr>
        <p:txBody>
          <a:bodyPr wrap="square" lIns="0" tIns="0" rIns="0" bIns="0" rtlCol="0" anchor="t">
            <a:spAutoFit/>
          </a:bodyPr>
          <a:lstStyle/>
          <a:p>
            <a:pPr algn="just">
              <a:lnSpc>
                <a:spcPct val="150000"/>
              </a:lnSpc>
            </a:pPr>
            <a:r>
              <a:rPr lang="ja-JP" altLang="en-US" sz="2800" b="1">
                <a:latin typeface="HG丸ｺﾞｼｯｸM-PRO" panose="020F0600000000000000" pitchFamily="50" charset="-128"/>
                <a:ea typeface="HG丸ｺﾞｼｯｸM-PRO" panose="020F0600000000000000" pitchFamily="50" charset="-128"/>
              </a:rPr>
              <a:t>オープンキャンパスで来場した中学生に</a:t>
            </a:r>
            <a:r>
              <a:rPr lang="ja-JP" altLang="ja-JP" sz="2800" b="1">
                <a:latin typeface="HG丸ｺﾞｼｯｸM-PRO" panose="020F0600000000000000" pitchFamily="50" charset="-128"/>
                <a:ea typeface="HG丸ｺﾞｼｯｸM-PRO" panose="020F0600000000000000" pitchFamily="50" charset="-128"/>
              </a:rPr>
              <a:t>舞鶴高専の魅力</a:t>
            </a:r>
            <a:r>
              <a:rPr lang="ja-JP" altLang="en-US" sz="2800" b="1">
                <a:latin typeface="HG丸ｺﾞｼｯｸM-PRO" panose="020F0600000000000000" pitchFamily="50" charset="-128"/>
                <a:ea typeface="HG丸ｺﾞｼｯｸM-PRO" panose="020F0600000000000000" pitchFamily="50" charset="-128"/>
              </a:rPr>
              <a:t>や、高専で学ぶものづくりやプログラミングの楽しさを体験してもらい、</a:t>
            </a:r>
            <a:r>
              <a:rPr lang="ja-JP" altLang="ja-JP" sz="2800" b="1">
                <a:latin typeface="HG丸ｺﾞｼｯｸM-PRO" panose="020F0600000000000000" pitchFamily="50" charset="-128"/>
                <a:ea typeface="HG丸ｺﾞｼｯｸM-PRO" panose="020F0600000000000000" pitchFamily="50" charset="-128"/>
              </a:rPr>
              <a:t>入学後の学生生活や将来のイメージを持っても</a:t>
            </a:r>
            <a:r>
              <a:rPr lang="ja-JP" altLang="en-US" sz="2800" b="1">
                <a:latin typeface="HG丸ｺﾞｼｯｸM-PRO" panose="020F0600000000000000" pitchFamily="50" charset="-128"/>
                <a:ea typeface="HG丸ｺﾞｼｯｸM-PRO" panose="020F0600000000000000" pitchFamily="50" charset="-128"/>
              </a:rPr>
              <a:t>らうこと</a:t>
            </a:r>
            <a:endParaRPr lang="en-US" sz="2800" b="1">
              <a:solidFill>
                <a:srgbClr val="F4F6FC"/>
              </a:solidFill>
              <a:latin typeface="HG丸ｺﾞｼｯｸM-PRO" panose="020F0600000000000000" pitchFamily="50" charset="-128"/>
              <a:ea typeface="HG丸ｺﾞｼｯｸM-PRO" panose="020F0600000000000000" pitchFamily="50" charset="-128"/>
              <a:cs typeface="Source Sans Pro"/>
              <a:sym typeface="Source Sans Pro"/>
            </a:endParaRPr>
          </a:p>
        </p:txBody>
      </p:sp>
      <p:sp>
        <p:nvSpPr>
          <p:cNvPr id="52" name="TextBox 52"/>
          <p:cNvSpPr txBox="1"/>
          <p:nvPr/>
        </p:nvSpPr>
        <p:spPr>
          <a:xfrm>
            <a:off x="7947992" y="5120509"/>
            <a:ext cx="6140534" cy="3776996"/>
          </a:xfrm>
          <a:prstGeom prst="rect">
            <a:avLst/>
          </a:prstGeom>
        </p:spPr>
        <p:txBody>
          <a:bodyPr wrap="square" lIns="0" tIns="0" rIns="0" bIns="0" rtlCol="0" anchor="t">
            <a:spAutoFit/>
          </a:bodyPr>
          <a:lstStyle/>
          <a:p>
            <a:pPr algn="just">
              <a:lnSpc>
                <a:spcPct val="150000"/>
              </a:lnSpc>
            </a:pPr>
            <a:r>
              <a:rPr lang="ja-JP" altLang="en-US" sz="2800" b="1" dirty="0">
                <a:latin typeface="HG丸ｺﾞｼｯｸM-PRO" panose="020F0600000000000000" pitchFamily="50" charset="-128"/>
                <a:ea typeface="HG丸ｺﾞｼｯｸM-PRO" panose="020F0600000000000000" pitchFamily="50" charset="-128"/>
                <a:sym typeface="Source Sans Pro"/>
              </a:rPr>
              <a:t>海中をテーマにした来場者参加型のプロジェクションマッピング</a:t>
            </a:r>
            <a:endParaRPr lang="en-US" altLang="ja-JP" sz="2800" b="1" dirty="0">
              <a:latin typeface="HG丸ｺﾞｼｯｸM-PRO" panose="020F0600000000000000" pitchFamily="50" charset="-128"/>
              <a:ea typeface="HG丸ｺﾞｼｯｸM-PRO" panose="020F0600000000000000" pitchFamily="50" charset="-128"/>
              <a:sym typeface="Source Sans Pro"/>
            </a:endParaRPr>
          </a:p>
          <a:p>
            <a:pPr algn="just">
              <a:lnSpc>
                <a:spcPct val="150000"/>
              </a:lnSpc>
            </a:pPr>
            <a:r>
              <a:rPr lang="en-US" altLang="ja-JP" sz="2800" b="1" dirty="0">
                <a:latin typeface="HG丸ｺﾞｼｯｸM-PRO" panose="020F0600000000000000" pitchFamily="50" charset="-128"/>
                <a:ea typeface="HG丸ｺﾞｼｯｸM-PRO" panose="020F0600000000000000" pitchFamily="50" charset="-128"/>
                <a:sym typeface="Source Sans Pro"/>
              </a:rPr>
              <a:t>QR</a:t>
            </a:r>
            <a:r>
              <a:rPr lang="ja-JP" altLang="en-US" sz="2800" b="1" dirty="0">
                <a:latin typeface="HG丸ｺﾞｼｯｸM-PRO" panose="020F0600000000000000" pitchFamily="50" charset="-128"/>
                <a:ea typeface="HG丸ｺﾞｼｯｸM-PRO" panose="020F0600000000000000" pitchFamily="50" charset="-128"/>
                <a:sym typeface="Source Sans Pro"/>
              </a:rPr>
              <a:t>コードから</a:t>
            </a:r>
            <a:r>
              <a:rPr lang="en-US" altLang="ja-JP" sz="2800" b="1" dirty="0">
                <a:latin typeface="HG丸ｺﾞｼｯｸM-PRO" panose="020F0600000000000000" pitchFamily="50" charset="-128"/>
                <a:ea typeface="HG丸ｺﾞｼｯｸM-PRO" panose="020F0600000000000000" pitchFamily="50" charset="-128"/>
                <a:sym typeface="Source Sans Pro"/>
              </a:rPr>
              <a:t>Web</a:t>
            </a:r>
            <a:r>
              <a:rPr lang="ja-JP" altLang="en-US" sz="2800" b="1" dirty="0">
                <a:latin typeface="HG丸ｺﾞｼｯｸM-PRO" panose="020F0600000000000000" pitchFamily="50" charset="-128"/>
                <a:ea typeface="HG丸ｺﾞｼｯｸM-PRO" panose="020F0600000000000000" pitchFamily="50" charset="-128"/>
                <a:sym typeface="Source Sans Pro"/>
              </a:rPr>
              <a:t>アプリにアクセスし、好きな魚を選んで色や柄を自由にカスタマイズできる</a:t>
            </a:r>
            <a:endParaRPr lang="en-US" altLang="ja-JP" sz="2800" b="1" dirty="0">
              <a:latin typeface="HG丸ｺﾞｼｯｸM-PRO" panose="020F0600000000000000" pitchFamily="50" charset="-128"/>
              <a:ea typeface="HG丸ｺﾞｼｯｸM-PRO" panose="020F0600000000000000" pitchFamily="50" charset="-128"/>
              <a:sym typeface="Source Sans Pro"/>
            </a:endParaRPr>
          </a:p>
          <a:p>
            <a:pPr algn="just">
              <a:lnSpc>
                <a:spcPct val="150000"/>
              </a:lnSpc>
            </a:pPr>
            <a:endParaRPr lang="en-US" altLang="ja-JP" sz="2800" b="1" dirty="0">
              <a:latin typeface="HG丸ｺﾞｼｯｸM-PRO" panose="020F0600000000000000" pitchFamily="50" charset="-128"/>
              <a:ea typeface="HG丸ｺﾞｼｯｸM-PRO" panose="020F0600000000000000" pitchFamily="50" charset="-128"/>
              <a:sym typeface="Source Sans Pro"/>
            </a:endParaRPr>
          </a:p>
        </p:txBody>
      </p:sp>
      <p:grpSp>
        <p:nvGrpSpPr>
          <p:cNvPr id="62" name="Group 13">
            <a:extLst>
              <a:ext uri="{FF2B5EF4-FFF2-40B4-BE49-F238E27FC236}">
                <a16:creationId xmlns:a16="http://schemas.microsoft.com/office/drawing/2014/main" id="{8231AB87-6879-2984-B519-5F2408848FC8}"/>
              </a:ext>
            </a:extLst>
          </p:cNvPr>
          <p:cNvGrpSpPr/>
          <p:nvPr/>
        </p:nvGrpSpPr>
        <p:grpSpPr>
          <a:xfrm>
            <a:off x="478508" y="14540978"/>
            <a:ext cx="13708998" cy="6494917"/>
            <a:chOff x="0" y="0"/>
            <a:chExt cx="2167467" cy="708176"/>
          </a:xfrm>
        </p:grpSpPr>
        <p:sp>
          <p:nvSpPr>
            <p:cNvPr id="69" name="Freeform 14">
              <a:extLst>
                <a:ext uri="{FF2B5EF4-FFF2-40B4-BE49-F238E27FC236}">
                  <a16:creationId xmlns:a16="http://schemas.microsoft.com/office/drawing/2014/main" id="{4CECB62F-9B5F-745B-7104-F202D0066EF5}"/>
                </a:ext>
              </a:extLst>
            </p:cNvPr>
            <p:cNvSpPr/>
            <p:nvPr/>
          </p:nvSpPr>
          <p:spPr>
            <a:xfrm>
              <a:off x="0" y="0"/>
              <a:ext cx="2167467" cy="708176"/>
            </a:xfrm>
            <a:custGeom>
              <a:avLst/>
              <a:gdLst/>
              <a:ahLst/>
              <a:cxnLst/>
              <a:rect l="l" t="t" r="r" b="b"/>
              <a:pathLst>
                <a:path w="2167467" h="708176">
                  <a:moveTo>
                    <a:pt x="21121" y="0"/>
                  </a:moveTo>
                  <a:lnTo>
                    <a:pt x="2146345" y="0"/>
                  </a:lnTo>
                  <a:cubicBezTo>
                    <a:pt x="2158010" y="0"/>
                    <a:pt x="2167467" y="9456"/>
                    <a:pt x="2167467" y="21121"/>
                  </a:cubicBezTo>
                  <a:lnTo>
                    <a:pt x="2167467" y="687054"/>
                  </a:lnTo>
                  <a:cubicBezTo>
                    <a:pt x="2167467" y="698719"/>
                    <a:pt x="2158010" y="708176"/>
                    <a:pt x="2146345" y="708176"/>
                  </a:cubicBezTo>
                  <a:lnTo>
                    <a:pt x="21121" y="708176"/>
                  </a:lnTo>
                  <a:cubicBezTo>
                    <a:pt x="9456" y="708176"/>
                    <a:pt x="0" y="698719"/>
                    <a:pt x="0" y="687054"/>
                  </a:cubicBezTo>
                  <a:lnTo>
                    <a:pt x="0" y="21121"/>
                  </a:lnTo>
                  <a:cubicBezTo>
                    <a:pt x="0" y="9456"/>
                    <a:pt x="9456" y="0"/>
                    <a:pt x="21121" y="0"/>
                  </a:cubicBezTo>
                  <a:close/>
                </a:path>
              </a:pathLst>
            </a:custGeom>
            <a:solidFill>
              <a:schemeClr val="accent1">
                <a:lumMod val="40000"/>
                <a:lumOff val="60000"/>
              </a:schemeClr>
            </a:solidFill>
          </p:spPr>
          <p:txBody>
            <a:bodyPr/>
            <a:lstStyle/>
            <a:p>
              <a:pPr>
                <a:lnSpc>
                  <a:spcPct val="150000"/>
                </a:lnSpc>
              </a:pPr>
              <a:endParaRPr lang="ja-JP" altLang="en-US">
                <a:latin typeface="+mj-ea"/>
                <a:ea typeface="+mj-ea"/>
              </a:endParaRPr>
            </a:p>
          </p:txBody>
        </p:sp>
        <p:sp>
          <p:nvSpPr>
            <p:cNvPr id="70" name="TextBox 15">
              <a:extLst>
                <a:ext uri="{FF2B5EF4-FFF2-40B4-BE49-F238E27FC236}">
                  <a16:creationId xmlns:a16="http://schemas.microsoft.com/office/drawing/2014/main" id="{687CB74F-69B3-62DE-8BB1-CB9CF0389651}"/>
                </a:ext>
              </a:extLst>
            </p:cNvPr>
            <p:cNvSpPr txBox="1"/>
            <p:nvPr/>
          </p:nvSpPr>
          <p:spPr>
            <a:xfrm>
              <a:off x="0" y="-57150"/>
              <a:ext cx="2167467" cy="765326"/>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grpSp>
        <p:nvGrpSpPr>
          <p:cNvPr id="63" name="Group 16">
            <a:extLst>
              <a:ext uri="{FF2B5EF4-FFF2-40B4-BE49-F238E27FC236}">
                <a16:creationId xmlns:a16="http://schemas.microsoft.com/office/drawing/2014/main" id="{EAFFEC2B-7BF0-F81F-6205-38718416BC7E}"/>
              </a:ext>
            </a:extLst>
          </p:cNvPr>
          <p:cNvGrpSpPr/>
          <p:nvPr/>
        </p:nvGrpSpPr>
        <p:grpSpPr>
          <a:xfrm>
            <a:off x="1505000" y="13908418"/>
            <a:ext cx="12096000" cy="1146561"/>
            <a:chOff x="0" y="-57150"/>
            <a:chExt cx="2167467" cy="245877"/>
          </a:xfrm>
        </p:grpSpPr>
        <p:sp>
          <p:nvSpPr>
            <p:cNvPr id="67" name="Freeform 17">
              <a:extLst>
                <a:ext uri="{FF2B5EF4-FFF2-40B4-BE49-F238E27FC236}">
                  <a16:creationId xmlns:a16="http://schemas.microsoft.com/office/drawing/2014/main" id="{2BB0AE06-E4E3-E692-AD77-8C3D5759A5FF}"/>
                </a:ext>
              </a:extLst>
            </p:cNvPr>
            <p:cNvSpPr/>
            <p:nvPr/>
          </p:nvSpPr>
          <p:spPr>
            <a:xfrm>
              <a:off x="0" y="-2538"/>
              <a:ext cx="804685" cy="191265"/>
            </a:xfrm>
            <a:custGeom>
              <a:avLst/>
              <a:gdLst/>
              <a:ahLst/>
              <a:cxnLst/>
              <a:rect l="l" t="t" r="r" b="b"/>
              <a:pathLst>
                <a:path w="2167467" h="101445">
                  <a:moveTo>
                    <a:pt x="8961" y="0"/>
                  </a:moveTo>
                  <a:lnTo>
                    <a:pt x="2158506" y="0"/>
                  </a:lnTo>
                  <a:cubicBezTo>
                    <a:pt x="2163455" y="0"/>
                    <a:pt x="2167467" y="4012"/>
                    <a:pt x="2167467" y="8961"/>
                  </a:cubicBezTo>
                  <a:lnTo>
                    <a:pt x="2167467" y="92484"/>
                  </a:lnTo>
                  <a:cubicBezTo>
                    <a:pt x="2167467" y="97433"/>
                    <a:pt x="2163455" y="101445"/>
                    <a:pt x="2158506" y="101445"/>
                  </a:cubicBezTo>
                  <a:lnTo>
                    <a:pt x="8961" y="101445"/>
                  </a:lnTo>
                  <a:cubicBezTo>
                    <a:pt x="4012" y="101445"/>
                    <a:pt x="0" y="97433"/>
                    <a:pt x="0" y="92484"/>
                  </a:cubicBezTo>
                  <a:lnTo>
                    <a:pt x="0" y="8961"/>
                  </a:lnTo>
                  <a:cubicBezTo>
                    <a:pt x="0" y="4012"/>
                    <a:pt x="4012" y="0"/>
                    <a:pt x="8961" y="0"/>
                  </a:cubicBezTo>
                  <a:close/>
                </a:path>
              </a:pathLst>
            </a:custGeom>
            <a:solidFill>
              <a:srgbClr val="E0DFD8"/>
            </a:solidFill>
          </p:spPr>
          <p:txBody>
            <a:bodyPr/>
            <a:lstStyle/>
            <a:p>
              <a:pPr algn="ctr">
                <a:lnSpc>
                  <a:spcPct val="150000"/>
                </a:lnSpc>
              </a:pPr>
              <a:r>
                <a:rPr lang="ja-JP" altLang="en-US" sz="3600" b="1">
                  <a:latin typeface="+mj-ea"/>
                  <a:ea typeface="+mj-ea"/>
                </a:rPr>
                <a:t>システム構成</a:t>
              </a:r>
            </a:p>
          </p:txBody>
        </p:sp>
        <p:sp>
          <p:nvSpPr>
            <p:cNvPr id="68" name="TextBox 18">
              <a:extLst>
                <a:ext uri="{FF2B5EF4-FFF2-40B4-BE49-F238E27FC236}">
                  <a16:creationId xmlns:a16="http://schemas.microsoft.com/office/drawing/2014/main" id="{3CA84760-6C7E-288B-3F5D-92067B310441}"/>
                </a:ext>
              </a:extLst>
            </p:cNvPr>
            <p:cNvSpPr txBox="1"/>
            <p:nvPr/>
          </p:nvSpPr>
          <p:spPr>
            <a:xfrm>
              <a:off x="0" y="-57150"/>
              <a:ext cx="2167467" cy="158595"/>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grpSp>
        <p:nvGrpSpPr>
          <p:cNvPr id="9" name="Group 9"/>
          <p:cNvGrpSpPr/>
          <p:nvPr/>
        </p:nvGrpSpPr>
        <p:grpSpPr>
          <a:xfrm>
            <a:off x="698501" y="9405968"/>
            <a:ext cx="6319781" cy="4537025"/>
            <a:chOff x="-100416" y="-108324"/>
            <a:chExt cx="884731" cy="982580"/>
          </a:xfrm>
        </p:grpSpPr>
        <p:sp>
          <p:nvSpPr>
            <p:cNvPr id="10" name="Freeform 10"/>
            <p:cNvSpPr/>
            <p:nvPr/>
          </p:nvSpPr>
          <p:spPr>
            <a:xfrm>
              <a:off x="-100416" y="-108324"/>
              <a:ext cx="863257" cy="982580"/>
            </a:xfrm>
            <a:custGeom>
              <a:avLst/>
              <a:gdLst/>
              <a:ahLst/>
              <a:cxnLst/>
              <a:rect l="l" t="t" r="r" b="b"/>
              <a:pathLst>
                <a:path w="784315" h="874256">
                  <a:moveTo>
                    <a:pt x="58369" y="0"/>
                  </a:moveTo>
                  <a:lnTo>
                    <a:pt x="725946" y="0"/>
                  </a:lnTo>
                  <a:cubicBezTo>
                    <a:pt x="741426" y="0"/>
                    <a:pt x="756273" y="6150"/>
                    <a:pt x="767219" y="17096"/>
                  </a:cubicBezTo>
                  <a:cubicBezTo>
                    <a:pt x="778165" y="28042"/>
                    <a:pt x="784315" y="42889"/>
                    <a:pt x="784315" y="58369"/>
                  </a:cubicBezTo>
                  <a:lnTo>
                    <a:pt x="784315" y="815887"/>
                  </a:lnTo>
                  <a:cubicBezTo>
                    <a:pt x="784315" y="831368"/>
                    <a:pt x="778165" y="846214"/>
                    <a:pt x="767219" y="857160"/>
                  </a:cubicBezTo>
                  <a:cubicBezTo>
                    <a:pt x="756273" y="868107"/>
                    <a:pt x="741426" y="874256"/>
                    <a:pt x="725946" y="874256"/>
                  </a:cubicBezTo>
                  <a:lnTo>
                    <a:pt x="58369" y="874256"/>
                  </a:lnTo>
                  <a:cubicBezTo>
                    <a:pt x="42889" y="874256"/>
                    <a:pt x="28042" y="868107"/>
                    <a:pt x="17096" y="857160"/>
                  </a:cubicBezTo>
                  <a:cubicBezTo>
                    <a:pt x="6150" y="846214"/>
                    <a:pt x="0" y="831368"/>
                    <a:pt x="0" y="815887"/>
                  </a:cubicBezTo>
                  <a:lnTo>
                    <a:pt x="0" y="58369"/>
                  </a:lnTo>
                  <a:cubicBezTo>
                    <a:pt x="0" y="42889"/>
                    <a:pt x="6150" y="28042"/>
                    <a:pt x="17096" y="17096"/>
                  </a:cubicBezTo>
                  <a:cubicBezTo>
                    <a:pt x="28042" y="6150"/>
                    <a:pt x="42889" y="0"/>
                    <a:pt x="58369" y="0"/>
                  </a:cubicBezTo>
                  <a:close/>
                </a:path>
              </a:pathLst>
            </a:custGeom>
            <a:solidFill>
              <a:schemeClr val="accent1">
                <a:lumMod val="40000"/>
                <a:lumOff val="60000"/>
              </a:schemeClr>
            </a:solidFill>
          </p:spPr>
          <p:txBody>
            <a:bodyPr/>
            <a:lstStyle/>
            <a:p>
              <a:pPr>
                <a:lnSpc>
                  <a:spcPct val="150000"/>
                </a:lnSpc>
              </a:pPr>
              <a:endParaRPr lang="ja-JP" altLang="en-US">
                <a:latin typeface="+mj-ea"/>
                <a:ea typeface="+mj-ea"/>
              </a:endParaRPr>
            </a:p>
          </p:txBody>
        </p:sp>
        <p:sp>
          <p:nvSpPr>
            <p:cNvPr id="11" name="TextBox 11"/>
            <p:cNvSpPr txBox="1"/>
            <p:nvPr/>
          </p:nvSpPr>
          <p:spPr>
            <a:xfrm>
              <a:off x="0" y="-57150"/>
              <a:ext cx="784315" cy="931406"/>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grpSp>
        <p:nvGrpSpPr>
          <p:cNvPr id="56" name="Group 5">
            <a:extLst>
              <a:ext uri="{FF2B5EF4-FFF2-40B4-BE49-F238E27FC236}">
                <a16:creationId xmlns:a16="http://schemas.microsoft.com/office/drawing/2014/main" id="{AD93BB2D-8F15-0028-3524-02E3FCC47D62}"/>
              </a:ext>
            </a:extLst>
          </p:cNvPr>
          <p:cNvGrpSpPr/>
          <p:nvPr/>
        </p:nvGrpSpPr>
        <p:grpSpPr>
          <a:xfrm>
            <a:off x="1486721" y="9066537"/>
            <a:ext cx="2798035" cy="676326"/>
            <a:chOff x="0" y="0"/>
            <a:chExt cx="1350193" cy="101445"/>
          </a:xfrm>
        </p:grpSpPr>
        <p:sp>
          <p:nvSpPr>
            <p:cNvPr id="57" name="Freeform 6">
              <a:extLst>
                <a:ext uri="{FF2B5EF4-FFF2-40B4-BE49-F238E27FC236}">
                  <a16:creationId xmlns:a16="http://schemas.microsoft.com/office/drawing/2014/main" id="{347D9FE8-4C3F-ECB0-D2D3-6E600A37888A}"/>
                </a:ext>
              </a:extLst>
            </p:cNvPr>
            <p:cNvSpPr/>
            <p:nvPr/>
          </p:nvSpPr>
          <p:spPr>
            <a:xfrm>
              <a:off x="0" y="0"/>
              <a:ext cx="1350193" cy="101445"/>
            </a:xfrm>
            <a:custGeom>
              <a:avLst/>
              <a:gdLst/>
              <a:ahLst/>
              <a:cxnLst/>
              <a:rect l="l" t="t" r="r" b="b"/>
              <a:pathLst>
                <a:path w="1350193" h="101445">
                  <a:moveTo>
                    <a:pt x="14384" y="0"/>
                  </a:moveTo>
                  <a:lnTo>
                    <a:pt x="1335808" y="0"/>
                  </a:lnTo>
                  <a:cubicBezTo>
                    <a:pt x="1343753" y="0"/>
                    <a:pt x="1350193" y="6440"/>
                    <a:pt x="1350193" y="14384"/>
                  </a:cubicBezTo>
                  <a:lnTo>
                    <a:pt x="1350193" y="87060"/>
                  </a:lnTo>
                  <a:cubicBezTo>
                    <a:pt x="1350193" y="95005"/>
                    <a:pt x="1343753" y="101445"/>
                    <a:pt x="1335808" y="101445"/>
                  </a:cubicBezTo>
                  <a:lnTo>
                    <a:pt x="14384" y="101445"/>
                  </a:lnTo>
                  <a:cubicBezTo>
                    <a:pt x="6440" y="101445"/>
                    <a:pt x="0" y="95005"/>
                    <a:pt x="0" y="87060"/>
                  </a:cubicBezTo>
                  <a:lnTo>
                    <a:pt x="0" y="14384"/>
                  </a:lnTo>
                  <a:cubicBezTo>
                    <a:pt x="0" y="6440"/>
                    <a:pt x="6440" y="0"/>
                    <a:pt x="14384" y="0"/>
                  </a:cubicBezTo>
                  <a:close/>
                </a:path>
              </a:pathLst>
            </a:custGeom>
            <a:solidFill>
              <a:srgbClr val="E0DFD8"/>
            </a:solidFill>
          </p:spPr>
          <p:txBody>
            <a:bodyPr/>
            <a:lstStyle/>
            <a:p>
              <a:pPr>
                <a:lnSpc>
                  <a:spcPct val="150000"/>
                </a:lnSpc>
              </a:pPr>
              <a:endParaRPr lang="ja-JP" altLang="en-US">
                <a:latin typeface="+mj-ea"/>
                <a:ea typeface="+mj-ea"/>
              </a:endParaRPr>
            </a:p>
          </p:txBody>
        </p:sp>
        <p:sp>
          <p:nvSpPr>
            <p:cNvPr id="58" name="TextBox 7">
              <a:extLst>
                <a:ext uri="{FF2B5EF4-FFF2-40B4-BE49-F238E27FC236}">
                  <a16:creationId xmlns:a16="http://schemas.microsoft.com/office/drawing/2014/main" id="{1AF6E07E-0373-6B45-F559-AED056B9DECA}"/>
                </a:ext>
              </a:extLst>
            </p:cNvPr>
            <p:cNvSpPr txBox="1"/>
            <p:nvPr/>
          </p:nvSpPr>
          <p:spPr>
            <a:xfrm>
              <a:off x="0" y="-57150"/>
              <a:ext cx="1350193" cy="158595"/>
            </a:xfrm>
            <a:prstGeom prst="rect">
              <a:avLst/>
            </a:prstGeom>
          </p:spPr>
          <p:txBody>
            <a:bodyPr lIns="50800" tIns="50800" rIns="50800" bIns="50800" rtlCol="0" anchor="ctr"/>
            <a:lstStyle/>
            <a:p>
              <a:pPr algn="ctr">
                <a:lnSpc>
                  <a:spcPct val="150000"/>
                </a:lnSpc>
                <a:spcBef>
                  <a:spcPct val="0"/>
                </a:spcBef>
              </a:pPr>
              <a:endParaRPr>
                <a:latin typeface="+mj-ea"/>
                <a:ea typeface="+mj-ea"/>
              </a:endParaRPr>
            </a:p>
          </p:txBody>
        </p:sp>
      </p:grpSp>
      <p:sp>
        <p:nvSpPr>
          <p:cNvPr id="8" name="矢印: 折線 7">
            <a:extLst>
              <a:ext uri="{FF2B5EF4-FFF2-40B4-BE49-F238E27FC236}">
                <a16:creationId xmlns:a16="http://schemas.microsoft.com/office/drawing/2014/main" id="{941C369D-911D-479D-8CF2-EB88DB0B83C2}"/>
              </a:ext>
            </a:extLst>
          </p:cNvPr>
          <p:cNvSpPr/>
          <p:nvPr/>
        </p:nvSpPr>
        <p:spPr>
          <a:xfrm flipV="1">
            <a:off x="-1184465" y="6687414"/>
            <a:ext cx="998293" cy="892873"/>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j-ea"/>
              <a:ea typeface="+mj-ea"/>
            </a:endParaRPr>
          </a:p>
        </p:txBody>
      </p:sp>
      <p:sp>
        <p:nvSpPr>
          <p:cNvPr id="48" name="TextBox 48"/>
          <p:cNvSpPr txBox="1"/>
          <p:nvPr/>
        </p:nvSpPr>
        <p:spPr>
          <a:xfrm>
            <a:off x="1298842" y="8995813"/>
            <a:ext cx="3217351" cy="1567801"/>
          </a:xfrm>
          <a:prstGeom prst="rect">
            <a:avLst/>
          </a:prstGeom>
        </p:spPr>
        <p:txBody>
          <a:bodyPr lIns="0" tIns="0" rIns="0" bIns="0" rtlCol="0" anchor="t">
            <a:spAutoFit/>
          </a:bodyPr>
          <a:lstStyle/>
          <a:p>
            <a:pPr algn="ctr">
              <a:lnSpc>
                <a:spcPct val="150000"/>
              </a:lnSpc>
            </a:pPr>
            <a:r>
              <a:rPr lang="ja-JP" altLang="en-US" sz="3600" b="1">
                <a:latin typeface="+mj-ea"/>
                <a:ea typeface="+mj-ea"/>
                <a:cs typeface="Fredoka"/>
                <a:sym typeface="Fredoka"/>
              </a:rPr>
              <a:t>役割分担</a:t>
            </a:r>
            <a:r>
              <a:rPr lang="en-US" altLang="ja-JP" sz="3600" b="1">
                <a:latin typeface="+mj-ea"/>
                <a:ea typeface="+mj-ea"/>
                <a:cs typeface="Fredoka"/>
                <a:sym typeface="Fredoka"/>
              </a:rPr>
              <a:t> </a:t>
            </a:r>
          </a:p>
          <a:p>
            <a:pPr algn="ctr">
              <a:lnSpc>
                <a:spcPct val="150000"/>
              </a:lnSpc>
            </a:pPr>
            <a:endParaRPr lang="en-US" sz="3509" b="1">
              <a:latin typeface="+mj-ea"/>
              <a:ea typeface="+mj-ea"/>
              <a:cs typeface="Fredoka"/>
              <a:sym typeface="Fredoka"/>
            </a:endParaRPr>
          </a:p>
        </p:txBody>
      </p:sp>
      <p:sp>
        <p:nvSpPr>
          <p:cNvPr id="12" name="テキスト ボックス 11">
            <a:extLst>
              <a:ext uri="{FF2B5EF4-FFF2-40B4-BE49-F238E27FC236}">
                <a16:creationId xmlns:a16="http://schemas.microsoft.com/office/drawing/2014/main" id="{A33202A8-627D-D63B-16B6-775A1FDACF80}"/>
              </a:ext>
            </a:extLst>
          </p:cNvPr>
          <p:cNvSpPr txBox="1"/>
          <p:nvPr/>
        </p:nvSpPr>
        <p:spPr>
          <a:xfrm>
            <a:off x="-5767913" y="9000259"/>
            <a:ext cx="5581741" cy="1284006"/>
          </a:xfrm>
          <a:prstGeom prst="rect">
            <a:avLst/>
          </a:prstGeom>
          <a:noFill/>
        </p:spPr>
        <p:txBody>
          <a:bodyPr wrap="square" rtlCol="0">
            <a:spAutoFit/>
          </a:bodyPr>
          <a:lstStyle/>
          <a:p>
            <a:pPr>
              <a:lnSpc>
                <a:spcPct val="150000"/>
              </a:lnSpc>
            </a:pPr>
            <a:r>
              <a:rPr kumimoji="1" lang="ja-JP" altLang="en-US" sz="2800" b="1">
                <a:latin typeface="HG丸ｺﾞｼｯｸM-PRO" panose="020F0600000000000000" pitchFamily="50" charset="-128"/>
                <a:ea typeface="HG丸ｺﾞｼｯｸM-PRO" panose="020F0600000000000000" pitchFamily="50" charset="-128"/>
              </a:rPr>
              <a:t>実際</a:t>
            </a:r>
            <a:r>
              <a:rPr lang="ja-JP" altLang="ja-JP" sz="2800" b="1">
                <a:latin typeface="HG丸ｺﾞｼｯｸM-PRO" panose="020F0600000000000000" pitchFamily="50" charset="-128"/>
                <a:ea typeface="HG丸ｺﾞｼｯｸM-PRO" panose="020F0600000000000000" pitchFamily="50" charset="-128"/>
              </a:rPr>
              <a:t>に制作した作品を来場者自身に体験してもらう</a:t>
            </a:r>
            <a:endParaRPr kumimoji="1" lang="ja-JP" altLang="en-US" sz="2800" b="1">
              <a:latin typeface="HG丸ｺﾞｼｯｸM-PRO" panose="020F0600000000000000" pitchFamily="50" charset="-128"/>
              <a:ea typeface="HG丸ｺﾞｼｯｸM-PRO" panose="020F0600000000000000" pitchFamily="50" charset="-128"/>
            </a:endParaRPr>
          </a:p>
        </p:txBody>
      </p:sp>
      <p:pic>
        <p:nvPicPr>
          <p:cNvPr id="14" name="図 13">
            <a:extLst>
              <a:ext uri="{FF2B5EF4-FFF2-40B4-BE49-F238E27FC236}">
                <a16:creationId xmlns:a16="http://schemas.microsoft.com/office/drawing/2014/main" id="{B8AC8EC2-8744-F00D-0C82-D508543CB7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02727" y="11089836"/>
            <a:ext cx="1740984" cy="1740984"/>
          </a:xfrm>
          <a:prstGeom prst="rect">
            <a:avLst/>
          </a:prstGeom>
        </p:spPr>
      </p:pic>
      <p:sp>
        <p:nvSpPr>
          <p:cNvPr id="16" name="テキスト ボックス 15">
            <a:extLst>
              <a:ext uri="{FF2B5EF4-FFF2-40B4-BE49-F238E27FC236}">
                <a16:creationId xmlns:a16="http://schemas.microsoft.com/office/drawing/2014/main" id="{11719598-B59D-FF96-A942-0A36EDB79AAF}"/>
              </a:ext>
            </a:extLst>
          </p:cNvPr>
          <p:cNvSpPr txBox="1"/>
          <p:nvPr/>
        </p:nvSpPr>
        <p:spPr>
          <a:xfrm>
            <a:off x="675958" y="10559439"/>
            <a:ext cx="6465816" cy="2576667"/>
          </a:xfrm>
          <a:prstGeom prst="rect">
            <a:avLst/>
          </a:prstGeom>
          <a:noFill/>
        </p:spPr>
        <p:txBody>
          <a:bodyPr wrap="square" rtlCol="0">
            <a:spAutoFit/>
          </a:bodyPr>
          <a:lstStyle/>
          <a:p>
            <a:pPr>
              <a:lnSpc>
                <a:spcPct val="150000"/>
              </a:lnSpc>
            </a:pPr>
            <a:r>
              <a:rPr kumimoji="1" lang="ja-JP" altLang="en-US" sz="2800" b="1" dirty="0">
                <a:latin typeface="HG丸ｺﾞｼｯｸM-PRO" panose="020F0600000000000000" pitchFamily="50" charset="-128"/>
                <a:ea typeface="HG丸ｺﾞｼｯｸM-PRO" panose="020F0600000000000000" pitchFamily="50" charset="-128"/>
              </a:rPr>
              <a:t>・俵：プログラム、</a:t>
            </a:r>
            <a:r>
              <a:rPr kumimoji="1" lang="en-US" altLang="ja-JP" sz="2800" b="1" dirty="0">
                <a:latin typeface="HG丸ｺﾞｼｯｸM-PRO" panose="020F0600000000000000" pitchFamily="50" charset="-128"/>
                <a:ea typeface="HG丸ｺﾞｼｯｸM-PRO" panose="020F0600000000000000" pitchFamily="50" charset="-128"/>
              </a:rPr>
              <a:t>Web</a:t>
            </a:r>
            <a:r>
              <a:rPr kumimoji="1" lang="ja-JP" altLang="en-US" sz="2800" b="1" dirty="0">
                <a:latin typeface="HG丸ｺﾞｼｯｸM-PRO" panose="020F0600000000000000" pitchFamily="50" charset="-128"/>
                <a:ea typeface="HG丸ｺﾞｼｯｸM-PRO" panose="020F0600000000000000" pitchFamily="50" charset="-128"/>
              </a:rPr>
              <a:t>アプリ作成</a:t>
            </a:r>
            <a:endParaRPr kumimoji="1" lang="en-US" altLang="ja-JP" sz="2800" b="1" dirty="0">
              <a:latin typeface="HG丸ｺﾞｼｯｸM-PRO" panose="020F0600000000000000" pitchFamily="50" charset="-128"/>
              <a:ea typeface="HG丸ｺﾞｼｯｸM-PRO" panose="020F0600000000000000" pitchFamily="50" charset="-128"/>
            </a:endParaRPr>
          </a:p>
          <a:p>
            <a:pPr>
              <a:lnSpc>
                <a:spcPct val="150000"/>
              </a:lnSpc>
            </a:pPr>
            <a:r>
              <a:rPr kumimoji="1" lang="ja-JP" altLang="en-US" sz="2800" b="1" dirty="0">
                <a:latin typeface="HG丸ｺﾞｼｯｸM-PRO" panose="020F0600000000000000" pitchFamily="50" charset="-128"/>
                <a:ea typeface="HG丸ｺﾞｼｯｸM-PRO" panose="020F0600000000000000" pitchFamily="50" charset="-128"/>
              </a:rPr>
              <a:t>・中嶋：海底オブジェクト、映像投影</a:t>
            </a:r>
            <a:endParaRPr kumimoji="1" lang="en-US" altLang="ja-JP" sz="2800" b="1" dirty="0">
              <a:latin typeface="HG丸ｺﾞｼｯｸM-PRO" panose="020F0600000000000000" pitchFamily="50" charset="-128"/>
              <a:ea typeface="HG丸ｺﾞｼｯｸM-PRO" panose="020F0600000000000000" pitchFamily="50" charset="-128"/>
            </a:endParaRPr>
          </a:p>
          <a:p>
            <a:pPr>
              <a:lnSpc>
                <a:spcPct val="150000"/>
              </a:lnSpc>
            </a:pPr>
            <a:r>
              <a:rPr kumimoji="1" lang="ja-JP" altLang="en-US" sz="2800" b="1" dirty="0">
                <a:latin typeface="HG丸ｺﾞｼｯｸM-PRO" panose="020F0600000000000000" pitchFamily="50" charset="-128"/>
                <a:ea typeface="HG丸ｺﾞｼｯｸM-PRO" panose="020F0600000000000000" pitchFamily="50" charset="-128"/>
              </a:rPr>
              <a:t>・長谷川：装飾オブジェクト</a:t>
            </a:r>
            <a:endParaRPr kumimoji="1" lang="en-US" altLang="ja-JP" sz="2800" b="1" dirty="0">
              <a:latin typeface="HG丸ｺﾞｼｯｸM-PRO" panose="020F0600000000000000" pitchFamily="50" charset="-128"/>
              <a:ea typeface="HG丸ｺﾞｼｯｸM-PRO" panose="020F0600000000000000" pitchFamily="50" charset="-128"/>
            </a:endParaRPr>
          </a:p>
          <a:p>
            <a:pPr>
              <a:lnSpc>
                <a:spcPct val="150000"/>
              </a:lnSpc>
            </a:pPr>
            <a:r>
              <a:rPr kumimoji="1" lang="ja-JP" altLang="en-US" sz="2800" b="1" dirty="0">
                <a:latin typeface="HG丸ｺﾞｼｯｸM-PRO" panose="020F0600000000000000" pitchFamily="50" charset="-128"/>
                <a:ea typeface="HG丸ｺﾞｼｯｸM-PRO" panose="020F0600000000000000" pitchFamily="50" charset="-128"/>
              </a:rPr>
              <a:t>・三木：魚オブジェクト</a:t>
            </a:r>
          </a:p>
        </p:txBody>
      </p:sp>
      <p:pic>
        <p:nvPicPr>
          <p:cNvPr id="18" name="図 17">
            <a:extLst>
              <a:ext uri="{FF2B5EF4-FFF2-40B4-BE49-F238E27FC236}">
                <a16:creationId xmlns:a16="http://schemas.microsoft.com/office/drawing/2014/main" id="{C5806A4F-B1AE-242D-89C7-F9EB31AE6A3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46502" y="15221608"/>
            <a:ext cx="1970535" cy="1970535"/>
          </a:xfrm>
          <a:prstGeom prst="rect">
            <a:avLst/>
          </a:prstGeom>
        </p:spPr>
      </p:pic>
      <p:sp>
        <p:nvSpPr>
          <p:cNvPr id="35" name="テキスト ボックス 34">
            <a:extLst>
              <a:ext uri="{FF2B5EF4-FFF2-40B4-BE49-F238E27FC236}">
                <a16:creationId xmlns:a16="http://schemas.microsoft.com/office/drawing/2014/main" id="{4E789B69-874A-E9DD-E9D4-48DDB3243908}"/>
              </a:ext>
            </a:extLst>
          </p:cNvPr>
          <p:cNvSpPr txBox="1"/>
          <p:nvPr/>
        </p:nvSpPr>
        <p:spPr>
          <a:xfrm>
            <a:off x="2387624" y="17134317"/>
            <a:ext cx="4490712" cy="1113766"/>
          </a:xfrm>
          <a:prstGeom prst="rect">
            <a:avLst/>
          </a:prstGeom>
          <a:noFill/>
        </p:spPr>
        <p:txBody>
          <a:bodyPr wrap="square" rtlCol="0">
            <a:spAutoFit/>
          </a:bodyPr>
          <a:lstStyle/>
          <a:p>
            <a:pPr algn="ctr">
              <a:lnSpc>
                <a:spcPct val="150000"/>
              </a:lnSpc>
            </a:pPr>
            <a:r>
              <a:rPr kumimoji="1" lang="en-US" altLang="ja-JP" sz="2400" b="1">
                <a:latin typeface="HG丸ｺﾞｼｯｸM-PRO" panose="020F0600000000000000" pitchFamily="50" charset="-128"/>
                <a:ea typeface="HG丸ｺﾞｼｯｸM-PRO" panose="020F0600000000000000" pitchFamily="50" charset="-128"/>
              </a:rPr>
              <a:t>Web</a:t>
            </a:r>
            <a:r>
              <a:rPr kumimoji="1" lang="ja-JP" altLang="en-US" sz="2400" b="1">
                <a:latin typeface="HG丸ｺﾞｼｯｸM-PRO" panose="020F0600000000000000" pitchFamily="50" charset="-128"/>
                <a:ea typeface="HG丸ｺﾞｼｯｸM-PRO" panose="020F0600000000000000" pitchFamily="50" charset="-128"/>
              </a:rPr>
              <a:t>サイト</a:t>
            </a:r>
            <a:r>
              <a:rPr kumimoji="1" lang="en-US" altLang="ja-JP" sz="2400" b="1">
                <a:latin typeface="HG丸ｺﾞｼｯｸM-PRO" panose="020F0600000000000000" pitchFamily="50" charset="-128"/>
                <a:ea typeface="HG丸ｺﾞｼｯｸM-PRO" panose="020F0600000000000000" pitchFamily="50" charset="-128"/>
              </a:rPr>
              <a:t>(React)</a:t>
            </a:r>
          </a:p>
          <a:p>
            <a:pPr algn="ctr">
              <a:lnSpc>
                <a:spcPct val="150000"/>
              </a:lnSpc>
            </a:pPr>
            <a:r>
              <a:rPr kumimoji="1" lang="ja-JP" altLang="en-US" sz="2400" b="1">
                <a:latin typeface="HG丸ｺﾞｼｯｸM-PRO" panose="020F0600000000000000" pitchFamily="50" charset="-128"/>
                <a:ea typeface="HG丸ｺﾞｼｯｸM-PRO" panose="020F0600000000000000" pitchFamily="50" charset="-128"/>
              </a:rPr>
              <a:t>魚を選択・カスタマイズ</a:t>
            </a:r>
          </a:p>
        </p:txBody>
      </p:sp>
      <p:pic>
        <p:nvPicPr>
          <p:cNvPr id="15" name="図 14">
            <a:extLst>
              <a:ext uri="{FF2B5EF4-FFF2-40B4-BE49-F238E27FC236}">
                <a16:creationId xmlns:a16="http://schemas.microsoft.com/office/drawing/2014/main" id="{CD5CEE63-DB51-DB54-13F5-EB50A4E08CFB}"/>
              </a:ext>
            </a:extLst>
          </p:cNvPr>
          <p:cNvPicPr>
            <a:picLocks noChangeAspect="1"/>
          </p:cNvPicPr>
          <p:nvPr/>
        </p:nvPicPr>
        <p:blipFill>
          <a:blip r:embed="rId7"/>
          <a:stretch>
            <a:fillRect/>
          </a:stretch>
        </p:blipFill>
        <p:spPr>
          <a:xfrm>
            <a:off x="7219453" y="10004858"/>
            <a:ext cx="1454015" cy="1749678"/>
          </a:xfrm>
          <a:prstGeom prst="rect">
            <a:avLst/>
          </a:prstGeom>
        </p:spPr>
      </p:pic>
      <p:sp>
        <p:nvSpPr>
          <p:cNvPr id="33" name="テキスト ボックス 32">
            <a:extLst>
              <a:ext uri="{FF2B5EF4-FFF2-40B4-BE49-F238E27FC236}">
                <a16:creationId xmlns:a16="http://schemas.microsoft.com/office/drawing/2014/main" id="{1D890E59-BF26-F5F0-7D4C-088EE0A78D4A}"/>
              </a:ext>
            </a:extLst>
          </p:cNvPr>
          <p:cNvSpPr txBox="1"/>
          <p:nvPr/>
        </p:nvSpPr>
        <p:spPr>
          <a:xfrm>
            <a:off x="-369794" y="10371275"/>
            <a:ext cx="11093822" cy="369332"/>
          </a:xfrm>
          <a:prstGeom prst="rect">
            <a:avLst/>
          </a:prstGeom>
          <a:noFill/>
        </p:spPr>
        <p:txBody>
          <a:bodyPr wrap="square">
            <a:spAutoFit/>
          </a:bodyPr>
          <a:lstStyle/>
          <a:p>
            <a:endParaRPr lang="ja-JP" altLang="en-US"/>
          </a:p>
        </p:txBody>
      </p:sp>
      <p:pic>
        <p:nvPicPr>
          <p:cNvPr id="61" name="図 60">
            <a:extLst>
              <a:ext uri="{FF2B5EF4-FFF2-40B4-BE49-F238E27FC236}">
                <a16:creationId xmlns:a16="http://schemas.microsoft.com/office/drawing/2014/main" id="{877AFC68-6F9B-DAFC-97EC-D448738BF7B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59859" y="15469327"/>
            <a:ext cx="1441642" cy="1475097"/>
          </a:xfrm>
          <a:prstGeom prst="rect">
            <a:avLst/>
          </a:prstGeom>
        </p:spPr>
      </p:pic>
      <p:sp>
        <p:nvSpPr>
          <p:cNvPr id="71" name="テキスト ボックス 70">
            <a:extLst>
              <a:ext uri="{FF2B5EF4-FFF2-40B4-BE49-F238E27FC236}">
                <a16:creationId xmlns:a16="http://schemas.microsoft.com/office/drawing/2014/main" id="{7B2619C1-5833-D126-4F92-F3F79811CAAC}"/>
              </a:ext>
            </a:extLst>
          </p:cNvPr>
          <p:cNvSpPr txBox="1"/>
          <p:nvPr/>
        </p:nvSpPr>
        <p:spPr>
          <a:xfrm>
            <a:off x="5730701" y="17134317"/>
            <a:ext cx="4490712" cy="1113766"/>
          </a:xfrm>
          <a:prstGeom prst="rect">
            <a:avLst/>
          </a:prstGeom>
          <a:noFill/>
        </p:spPr>
        <p:txBody>
          <a:bodyPr wrap="square" rtlCol="0">
            <a:spAutoFit/>
          </a:bodyPr>
          <a:lstStyle/>
          <a:p>
            <a:pPr algn="ctr">
              <a:lnSpc>
                <a:spcPct val="150000"/>
              </a:lnSpc>
            </a:pPr>
            <a:r>
              <a:rPr kumimoji="1" lang="en-US" altLang="ja-JP" sz="2400" b="1" err="1">
                <a:latin typeface="HG丸ｺﾞｼｯｸM-PRO" panose="020F0600000000000000" pitchFamily="50" charset="-128"/>
                <a:ea typeface="HG丸ｺﾞｼｯｸM-PRO" panose="020F0600000000000000" pitchFamily="50" charset="-128"/>
              </a:rPr>
              <a:t>Supabase</a:t>
            </a:r>
            <a:endParaRPr kumimoji="1" lang="en-US" altLang="ja-JP" sz="2400" b="1">
              <a:latin typeface="HG丸ｺﾞｼｯｸM-PRO" panose="020F0600000000000000" pitchFamily="50" charset="-128"/>
              <a:ea typeface="HG丸ｺﾞｼｯｸM-PRO" panose="020F0600000000000000" pitchFamily="50" charset="-128"/>
            </a:endParaRPr>
          </a:p>
          <a:p>
            <a:pPr algn="ctr">
              <a:lnSpc>
                <a:spcPct val="150000"/>
              </a:lnSpc>
            </a:pPr>
            <a:r>
              <a:rPr kumimoji="1" lang="ja-JP" altLang="en-US" sz="2400" b="1">
                <a:latin typeface="HG丸ｺﾞｼｯｸM-PRO" panose="020F0600000000000000" pitchFamily="50" charset="-128"/>
                <a:ea typeface="HG丸ｺﾞｼｯｸM-PRO" panose="020F0600000000000000" pitchFamily="50" charset="-128"/>
              </a:rPr>
              <a:t>データ保存・管理</a:t>
            </a:r>
          </a:p>
        </p:txBody>
      </p:sp>
      <p:pic>
        <p:nvPicPr>
          <p:cNvPr id="75" name="図 74">
            <a:extLst>
              <a:ext uri="{FF2B5EF4-FFF2-40B4-BE49-F238E27FC236}">
                <a16:creationId xmlns:a16="http://schemas.microsoft.com/office/drawing/2014/main" id="{4D88E09C-07F0-5203-D5AA-C35A477C94A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544459" y="15370959"/>
            <a:ext cx="3138245" cy="1765263"/>
          </a:xfrm>
          <a:prstGeom prst="rect">
            <a:avLst/>
          </a:prstGeom>
        </p:spPr>
      </p:pic>
      <p:sp>
        <p:nvSpPr>
          <p:cNvPr id="79" name="テキスト ボックス 78">
            <a:extLst>
              <a:ext uri="{FF2B5EF4-FFF2-40B4-BE49-F238E27FC236}">
                <a16:creationId xmlns:a16="http://schemas.microsoft.com/office/drawing/2014/main" id="{EB7DE438-C889-6E19-5E93-74BFB5570B3D}"/>
              </a:ext>
            </a:extLst>
          </p:cNvPr>
          <p:cNvSpPr txBox="1"/>
          <p:nvPr/>
        </p:nvSpPr>
        <p:spPr>
          <a:xfrm>
            <a:off x="9040809" y="17134317"/>
            <a:ext cx="4490712" cy="1113766"/>
          </a:xfrm>
          <a:prstGeom prst="rect">
            <a:avLst/>
          </a:prstGeom>
          <a:noFill/>
        </p:spPr>
        <p:txBody>
          <a:bodyPr wrap="square" rtlCol="0">
            <a:spAutoFit/>
          </a:bodyPr>
          <a:lstStyle/>
          <a:p>
            <a:pPr algn="ctr">
              <a:lnSpc>
                <a:spcPct val="150000"/>
              </a:lnSpc>
            </a:pPr>
            <a:r>
              <a:rPr kumimoji="1" lang="ja-JP" altLang="en-US" sz="2400" b="1">
                <a:latin typeface="HG丸ｺﾞｼｯｸM-PRO" panose="020F0600000000000000" pitchFamily="50" charset="-128"/>
                <a:ea typeface="HG丸ｺﾞｼｯｸM-PRO" panose="020F0600000000000000" pitchFamily="50" charset="-128"/>
              </a:rPr>
              <a:t>魚や装飾品を</a:t>
            </a:r>
            <a:endParaRPr kumimoji="1" lang="en-US" altLang="ja-JP" sz="2400" b="1">
              <a:latin typeface="HG丸ｺﾞｼｯｸM-PRO" panose="020F0600000000000000" pitchFamily="50" charset="-128"/>
              <a:ea typeface="HG丸ｺﾞｼｯｸM-PRO" panose="020F0600000000000000" pitchFamily="50" charset="-128"/>
            </a:endParaRPr>
          </a:p>
          <a:p>
            <a:pPr algn="ctr">
              <a:lnSpc>
                <a:spcPct val="150000"/>
              </a:lnSpc>
            </a:pPr>
            <a:r>
              <a:rPr kumimoji="1" lang="ja-JP" altLang="en-US" sz="2400" b="1">
                <a:latin typeface="HG丸ｺﾞｼｯｸM-PRO" panose="020F0600000000000000" pitchFamily="50" charset="-128"/>
                <a:ea typeface="HG丸ｺﾞｼｯｸM-PRO" panose="020F0600000000000000" pitchFamily="50" charset="-128"/>
              </a:rPr>
              <a:t>海中空間に表示</a:t>
            </a:r>
          </a:p>
        </p:txBody>
      </p:sp>
      <p:pic>
        <p:nvPicPr>
          <p:cNvPr id="17" name="図 16">
            <a:extLst>
              <a:ext uri="{FF2B5EF4-FFF2-40B4-BE49-F238E27FC236}">
                <a16:creationId xmlns:a16="http://schemas.microsoft.com/office/drawing/2014/main" id="{5512AAD3-B05D-EF86-6D30-F2ACF6142515}"/>
              </a:ext>
            </a:extLst>
          </p:cNvPr>
          <p:cNvPicPr>
            <a:picLocks noChangeAspect="1"/>
          </p:cNvPicPr>
          <p:nvPr/>
        </p:nvPicPr>
        <p:blipFill>
          <a:blip r:embed="rId10"/>
          <a:stretch>
            <a:fillRect/>
          </a:stretch>
        </p:blipFill>
        <p:spPr>
          <a:xfrm>
            <a:off x="8875062" y="10004858"/>
            <a:ext cx="2009542" cy="1730908"/>
          </a:xfrm>
          <a:prstGeom prst="rect">
            <a:avLst/>
          </a:prstGeom>
        </p:spPr>
      </p:pic>
      <p:pic>
        <p:nvPicPr>
          <p:cNvPr id="38" name="図 37">
            <a:extLst>
              <a:ext uri="{FF2B5EF4-FFF2-40B4-BE49-F238E27FC236}">
                <a16:creationId xmlns:a16="http://schemas.microsoft.com/office/drawing/2014/main" id="{B7E8AD71-E1E6-F992-4319-5B0B943FE9AC}"/>
              </a:ext>
            </a:extLst>
          </p:cNvPr>
          <p:cNvPicPr>
            <a:picLocks noChangeAspect="1"/>
          </p:cNvPicPr>
          <p:nvPr/>
        </p:nvPicPr>
        <p:blipFill>
          <a:blip r:embed="rId11"/>
          <a:srcRect l="9290"/>
          <a:stretch>
            <a:fillRect/>
          </a:stretch>
        </p:blipFill>
        <p:spPr>
          <a:xfrm>
            <a:off x="11066766" y="10000311"/>
            <a:ext cx="1224388" cy="1730908"/>
          </a:xfrm>
          <a:prstGeom prst="rect">
            <a:avLst/>
          </a:prstGeom>
        </p:spPr>
      </p:pic>
      <p:pic>
        <p:nvPicPr>
          <p:cNvPr id="40" name="図 39">
            <a:extLst>
              <a:ext uri="{FF2B5EF4-FFF2-40B4-BE49-F238E27FC236}">
                <a16:creationId xmlns:a16="http://schemas.microsoft.com/office/drawing/2014/main" id="{1197660E-25DC-032B-B8BE-7C48B7EB2132}"/>
              </a:ext>
            </a:extLst>
          </p:cNvPr>
          <p:cNvPicPr>
            <a:picLocks noChangeAspect="1"/>
          </p:cNvPicPr>
          <p:nvPr/>
        </p:nvPicPr>
        <p:blipFill>
          <a:blip r:embed="rId12"/>
          <a:stretch>
            <a:fillRect/>
          </a:stretch>
        </p:blipFill>
        <p:spPr>
          <a:xfrm>
            <a:off x="12404617" y="10000311"/>
            <a:ext cx="1825365" cy="1749679"/>
          </a:xfrm>
          <a:prstGeom prst="rect">
            <a:avLst/>
          </a:prstGeom>
        </p:spPr>
      </p:pic>
      <p:pic>
        <p:nvPicPr>
          <p:cNvPr id="83" name="図 82">
            <a:extLst>
              <a:ext uri="{FF2B5EF4-FFF2-40B4-BE49-F238E27FC236}">
                <a16:creationId xmlns:a16="http://schemas.microsoft.com/office/drawing/2014/main" id="{D9B5B08A-5513-EA47-A2DC-61CE3BE5F21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26966" y="18324883"/>
            <a:ext cx="3050233" cy="1906396"/>
          </a:xfrm>
          <a:prstGeom prst="rect">
            <a:avLst/>
          </a:prstGeom>
        </p:spPr>
      </p:pic>
      <p:sp>
        <p:nvSpPr>
          <p:cNvPr id="85" name="テキスト ボックス 84">
            <a:extLst>
              <a:ext uri="{FF2B5EF4-FFF2-40B4-BE49-F238E27FC236}">
                <a16:creationId xmlns:a16="http://schemas.microsoft.com/office/drawing/2014/main" id="{956E367D-0052-0842-81A5-A41EBD018251}"/>
              </a:ext>
            </a:extLst>
          </p:cNvPr>
          <p:cNvSpPr txBox="1"/>
          <p:nvPr/>
        </p:nvSpPr>
        <p:spPr>
          <a:xfrm>
            <a:off x="89413" y="20114733"/>
            <a:ext cx="3327513" cy="559769"/>
          </a:xfrm>
          <a:prstGeom prst="rect">
            <a:avLst/>
          </a:prstGeom>
          <a:noFill/>
        </p:spPr>
        <p:txBody>
          <a:bodyPr wrap="square" rtlCol="0">
            <a:spAutoFit/>
          </a:bodyPr>
          <a:lstStyle/>
          <a:p>
            <a:pPr algn="ctr">
              <a:lnSpc>
                <a:spcPct val="150000"/>
              </a:lnSpc>
            </a:pPr>
            <a:r>
              <a:rPr kumimoji="1" lang="ja-JP" altLang="en-US" sz="2400" b="1">
                <a:latin typeface="HG丸ｺﾞｼｯｸM-PRO" panose="020F0600000000000000" pitchFamily="50" charset="-128"/>
                <a:ea typeface="HG丸ｺﾞｼｯｸM-PRO" panose="020F0600000000000000" pitchFamily="50" charset="-128"/>
              </a:rPr>
              <a:t>画面キャプチャ</a:t>
            </a:r>
          </a:p>
        </p:txBody>
      </p:sp>
      <p:pic>
        <p:nvPicPr>
          <p:cNvPr id="87" name="図 86">
            <a:extLst>
              <a:ext uri="{FF2B5EF4-FFF2-40B4-BE49-F238E27FC236}">
                <a16:creationId xmlns:a16="http://schemas.microsoft.com/office/drawing/2014/main" id="{79FAB5D5-6A34-1706-D45B-2B186DECDC13}"/>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908866" y="18403379"/>
            <a:ext cx="1827900" cy="1827900"/>
          </a:xfrm>
          <a:prstGeom prst="rect">
            <a:avLst/>
          </a:prstGeom>
        </p:spPr>
      </p:pic>
      <p:sp>
        <p:nvSpPr>
          <p:cNvPr id="89" name="テキスト ボックス 88">
            <a:extLst>
              <a:ext uri="{FF2B5EF4-FFF2-40B4-BE49-F238E27FC236}">
                <a16:creationId xmlns:a16="http://schemas.microsoft.com/office/drawing/2014/main" id="{65B6C850-96BB-CD2E-04C8-FA952DFD537B}"/>
              </a:ext>
            </a:extLst>
          </p:cNvPr>
          <p:cNvSpPr txBox="1"/>
          <p:nvPr/>
        </p:nvSpPr>
        <p:spPr>
          <a:xfrm>
            <a:off x="2577460" y="20114733"/>
            <a:ext cx="4490712" cy="559769"/>
          </a:xfrm>
          <a:prstGeom prst="rect">
            <a:avLst/>
          </a:prstGeom>
          <a:noFill/>
        </p:spPr>
        <p:txBody>
          <a:bodyPr wrap="square" rtlCol="0">
            <a:spAutoFit/>
          </a:bodyPr>
          <a:lstStyle/>
          <a:p>
            <a:pPr algn="ctr">
              <a:lnSpc>
                <a:spcPct val="150000"/>
              </a:lnSpc>
            </a:pPr>
            <a:r>
              <a:rPr kumimoji="1" lang="ja-JP" altLang="en-US" sz="2400" b="1">
                <a:latin typeface="HG丸ｺﾞｼｯｸM-PRO" panose="020F0600000000000000" pitchFamily="50" charset="-128"/>
                <a:ea typeface="HG丸ｺﾞｼｯｸM-PRO" panose="020F0600000000000000" pitchFamily="50" charset="-128"/>
              </a:rPr>
              <a:t>映像の調整</a:t>
            </a:r>
          </a:p>
        </p:txBody>
      </p:sp>
      <p:pic>
        <p:nvPicPr>
          <p:cNvPr id="91" name="図 90">
            <a:extLst>
              <a:ext uri="{FF2B5EF4-FFF2-40B4-BE49-F238E27FC236}">
                <a16:creationId xmlns:a16="http://schemas.microsoft.com/office/drawing/2014/main" id="{F0706A04-E437-995D-5E1B-ABBFB043130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141774" y="18049898"/>
            <a:ext cx="2814484" cy="2230994"/>
          </a:xfrm>
          <a:prstGeom prst="rect">
            <a:avLst/>
          </a:prstGeom>
        </p:spPr>
      </p:pic>
      <p:sp>
        <p:nvSpPr>
          <p:cNvPr id="93" name="テキスト ボックス 92">
            <a:extLst>
              <a:ext uri="{FF2B5EF4-FFF2-40B4-BE49-F238E27FC236}">
                <a16:creationId xmlns:a16="http://schemas.microsoft.com/office/drawing/2014/main" id="{3C50BF78-7F77-5654-0315-4F27C7C8BFBF}"/>
              </a:ext>
            </a:extLst>
          </p:cNvPr>
          <p:cNvSpPr txBox="1"/>
          <p:nvPr/>
        </p:nvSpPr>
        <p:spPr>
          <a:xfrm>
            <a:off x="6134728" y="19837734"/>
            <a:ext cx="4490712" cy="1113766"/>
          </a:xfrm>
          <a:prstGeom prst="rect">
            <a:avLst/>
          </a:prstGeom>
          <a:noFill/>
        </p:spPr>
        <p:txBody>
          <a:bodyPr wrap="square" rtlCol="0">
            <a:spAutoFit/>
          </a:bodyPr>
          <a:lstStyle/>
          <a:p>
            <a:pPr algn="ctr">
              <a:lnSpc>
                <a:spcPct val="150000"/>
              </a:lnSpc>
            </a:pPr>
            <a:r>
              <a:rPr kumimoji="1" lang="ja-JP" altLang="en-US" sz="2400" b="1">
                <a:latin typeface="HG丸ｺﾞｼｯｸM-PRO" panose="020F0600000000000000" pitchFamily="50" charset="-128"/>
                <a:ea typeface="HG丸ｺﾞｼｯｸM-PRO" panose="020F0600000000000000" pitchFamily="50" charset="-128"/>
              </a:rPr>
              <a:t>プロジェクター</a:t>
            </a:r>
            <a:endParaRPr kumimoji="1" lang="en-US" altLang="ja-JP" sz="2400" b="1">
              <a:latin typeface="HG丸ｺﾞｼｯｸM-PRO" panose="020F0600000000000000" pitchFamily="50" charset="-128"/>
              <a:ea typeface="HG丸ｺﾞｼｯｸM-PRO" panose="020F0600000000000000" pitchFamily="50" charset="-128"/>
            </a:endParaRPr>
          </a:p>
          <a:p>
            <a:pPr algn="ctr">
              <a:lnSpc>
                <a:spcPct val="150000"/>
              </a:lnSpc>
            </a:pPr>
            <a:r>
              <a:rPr kumimoji="1" lang="ja-JP" altLang="en-US" sz="2400" b="1">
                <a:latin typeface="HG丸ｺﾞｼｯｸM-PRO" panose="020F0600000000000000" pitchFamily="50" charset="-128"/>
                <a:ea typeface="HG丸ｺﾞｼｯｸM-PRO" panose="020F0600000000000000" pitchFamily="50" charset="-128"/>
              </a:rPr>
              <a:t>教室へ投影</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2C27075-2AF2-0241-4EC0-21C96C8F93BB}"/>
            </a:ext>
          </a:extLst>
        </p:cNvPr>
        <p:cNvGrpSpPr/>
        <p:nvPr/>
      </p:nvGrpSpPr>
      <p:grpSpPr>
        <a:xfrm>
          <a:off x="0" y="0"/>
          <a:ext cx="0" cy="0"/>
          <a:chOff x="0" y="0"/>
          <a:chExt cx="0" cy="0"/>
        </a:xfrm>
      </p:grpSpPr>
      <p:grpSp>
        <p:nvGrpSpPr>
          <p:cNvPr id="89" name="Group 13">
            <a:extLst>
              <a:ext uri="{FF2B5EF4-FFF2-40B4-BE49-F238E27FC236}">
                <a16:creationId xmlns:a16="http://schemas.microsoft.com/office/drawing/2014/main" id="{27CE2FCB-91A5-0FCB-B941-5715915AB27F}"/>
              </a:ext>
            </a:extLst>
          </p:cNvPr>
          <p:cNvGrpSpPr/>
          <p:nvPr/>
        </p:nvGrpSpPr>
        <p:grpSpPr>
          <a:xfrm>
            <a:off x="16140580" y="4570756"/>
            <a:ext cx="13716000" cy="4516630"/>
            <a:chOff x="0" y="-57150"/>
            <a:chExt cx="2178521" cy="804221"/>
          </a:xfrm>
        </p:grpSpPr>
        <p:sp>
          <p:nvSpPr>
            <p:cNvPr id="90" name="Freeform 14">
              <a:extLst>
                <a:ext uri="{FF2B5EF4-FFF2-40B4-BE49-F238E27FC236}">
                  <a16:creationId xmlns:a16="http://schemas.microsoft.com/office/drawing/2014/main" id="{A619357B-1595-B1B5-77EE-B8AB109326B9}"/>
                </a:ext>
              </a:extLst>
            </p:cNvPr>
            <p:cNvSpPr/>
            <p:nvPr/>
          </p:nvSpPr>
          <p:spPr>
            <a:xfrm>
              <a:off x="11054" y="38895"/>
              <a:ext cx="2167467" cy="708176"/>
            </a:xfrm>
            <a:custGeom>
              <a:avLst/>
              <a:gdLst/>
              <a:ahLst/>
              <a:cxnLst/>
              <a:rect l="l" t="t" r="r" b="b"/>
              <a:pathLst>
                <a:path w="2167467" h="708176">
                  <a:moveTo>
                    <a:pt x="21121" y="0"/>
                  </a:moveTo>
                  <a:lnTo>
                    <a:pt x="2146345" y="0"/>
                  </a:lnTo>
                  <a:cubicBezTo>
                    <a:pt x="2158010" y="0"/>
                    <a:pt x="2167467" y="9456"/>
                    <a:pt x="2167467" y="21121"/>
                  </a:cubicBezTo>
                  <a:lnTo>
                    <a:pt x="2167467" y="687054"/>
                  </a:lnTo>
                  <a:cubicBezTo>
                    <a:pt x="2167467" y="698719"/>
                    <a:pt x="2158010" y="708176"/>
                    <a:pt x="2146345" y="708176"/>
                  </a:cubicBezTo>
                  <a:lnTo>
                    <a:pt x="21121" y="708176"/>
                  </a:lnTo>
                  <a:cubicBezTo>
                    <a:pt x="9456" y="708176"/>
                    <a:pt x="0" y="698719"/>
                    <a:pt x="0" y="687054"/>
                  </a:cubicBezTo>
                  <a:lnTo>
                    <a:pt x="0" y="21121"/>
                  </a:lnTo>
                  <a:cubicBezTo>
                    <a:pt x="0" y="9456"/>
                    <a:pt x="9456" y="0"/>
                    <a:pt x="21121" y="0"/>
                  </a:cubicBezTo>
                  <a:close/>
                </a:path>
              </a:pathLst>
            </a:custGeom>
            <a:solidFill>
              <a:schemeClr val="accent1">
                <a:lumMod val="40000"/>
                <a:lumOff val="60000"/>
              </a:schemeClr>
            </a:solidFill>
          </p:spPr>
          <p:txBody>
            <a:bodyPr/>
            <a:lstStyle/>
            <a:p>
              <a:endParaRPr lang="ja-JP" altLang="en-US">
                <a:latin typeface="+mn-ea"/>
              </a:endParaRPr>
            </a:p>
          </p:txBody>
        </p:sp>
        <p:sp>
          <p:nvSpPr>
            <p:cNvPr id="91" name="TextBox 15">
              <a:extLst>
                <a:ext uri="{FF2B5EF4-FFF2-40B4-BE49-F238E27FC236}">
                  <a16:creationId xmlns:a16="http://schemas.microsoft.com/office/drawing/2014/main" id="{6D2E937F-A99B-103F-249F-FFD99725F17E}"/>
                </a:ext>
              </a:extLst>
            </p:cNvPr>
            <p:cNvSpPr txBox="1"/>
            <p:nvPr/>
          </p:nvSpPr>
          <p:spPr>
            <a:xfrm>
              <a:off x="0" y="-57150"/>
              <a:ext cx="2167467" cy="765326"/>
            </a:xfrm>
            <a:prstGeom prst="rect">
              <a:avLst/>
            </a:prstGeom>
          </p:spPr>
          <p:txBody>
            <a:bodyPr lIns="50800" tIns="50800" rIns="50800" bIns="50800" rtlCol="0" anchor="ctr"/>
            <a:lstStyle/>
            <a:p>
              <a:pPr algn="ctr">
                <a:lnSpc>
                  <a:spcPts val="4060"/>
                </a:lnSpc>
                <a:spcBef>
                  <a:spcPct val="0"/>
                </a:spcBef>
              </a:pPr>
              <a:endParaRPr>
                <a:latin typeface="+mn-ea"/>
              </a:endParaRPr>
            </a:p>
          </p:txBody>
        </p:sp>
      </p:grpSp>
      <p:grpSp>
        <p:nvGrpSpPr>
          <p:cNvPr id="2" name="Group 2">
            <a:extLst>
              <a:ext uri="{FF2B5EF4-FFF2-40B4-BE49-F238E27FC236}">
                <a16:creationId xmlns:a16="http://schemas.microsoft.com/office/drawing/2014/main" id="{77C044A5-54F6-606F-634A-FE3A3D9FCC74}"/>
              </a:ext>
            </a:extLst>
          </p:cNvPr>
          <p:cNvGrpSpPr/>
          <p:nvPr/>
        </p:nvGrpSpPr>
        <p:grpSpPr>
          <a:xfrm>
            <a:off x="768096" y="11891235"/>
            <a:ext cx="13786102" cy="4195989"/>
            <a:chOff x="0" y="-57150"/>
            <a:chExt cx="1371007" cy="988277"/>
          </a:xfrm>
        </p:grpSpPr>
        <p:sp>
          <p:nvSpPr>
            <p:cNvPr id="3" name="Freeform 3">
              <a:extLst>
                <a:ext uri="{FF2B5EF4-FFF2-40B4-BE49-F238E27FC236}">
                  <a16:creationId xmlns:a16="http://schemas.microsoft.com/office/drawing/2014/main" id="{23170DB0-B606-FE35-0053-C3E7C546F225}"/>
                </a:ext>
              </a:extLst>
            </p:cNvPr>
            <p:cNvSpPr/>
            <p:nvPr/>
          </p:nvSpPr>
          <p:spPr>
            <a:xfrm>
              <a:off x="0" y="16921"/>
              <a:ext cx="1371007" cy="914206"/>
            </a:xfrm>
            <a:custGeom>
              <a:avLst/>
              <a:gdLst/>
              <a:ahLst/>
              <a:cxnLst/>
              <a:rect l="l" t="t" r="r" b="b"/>
              <a:pathLst>
                <a:path w="1350193" h="874256">
                  <a:moveTo>
                    <a:pt x="33906" y="0"/>
                  </a:moveTo>
                  <a:lnTo>
                    <a:pt x="1316287" y="0"/>
                  </a:lnTo>
                  <a:cubicBezTo>
                    <a:pt x="1325279" y="0"/>
                    <a:pt x="1333903" y="3572"/>
                    <a:pt x="1340262" y="9931"/>
                  </a:cubicBezTo>
                  <a:cubicBezTo>
                    <a:pt x="1346621" y="16289"/>
                    <a:pt x="1350193" y="24914"/>
                    <a:pt x="1350193" y="33906"/>
                  </a:cubicBezTo>
                  <a:lnTo>
                    <a:pt x="1350193" y="840350"/>
                  </a:lnTo>
                  <a:cubicBezTo>
                    <a:pt x="1350193" y="849343"/>
                    <a:pt x="1346621" y="857967"/>
                    <a:pt x="1340262" y="864325"/>
                  </a:cubicBezTo>
                  <a:cubicBezTo>
                    <a:pt x="1333903" y="870684"/>
                    <a:pt x="1325279" y="874256"/>
                    <a:pt x="1316287" y="874256"/>
                  </a:cubicBezTo>
                  <a:lnTo>
                    <a:pt x="33906" y="874256"/>
                  </a:lnTo>
                  <a:cubicBezTo>
                    <a:pt x="24914" y="874256"/>
                    <a:pt x="16289" y="870684"/>
                    <a:pt x="9931" y="864325"/>
                  </a:cubicBezTo>
                  <a:cubicBezTo>
                    <a:pt x="3572" y="857967"/>
                    <a:pt x="0" y="849343"/>
                    <a:pt x="0" y="840350"/>
                  </a:cubicBezTo>
                  <a:lnTo>
                    <a:pt x="0" y="33906"/>
                  </a:lnTo>
                  <a:cubicBezTo>
                    <a:pt x="0" y="24914"/>
                    <a:pt x="3572" y="16289"/>
                    <a:pt x="9931" y="9931"/>
                  </a:cubicBezTo>
                  <a:cubicBezTo>
                    <a:pt x="16289" y="3572"/>
                    <a:pt x="24914" y="0"/>
                    <a:pt x="33906" y="0"/>
                  </a:cubicBezTo>
                  <a:close/>
                </a:path>
              </a:pathLst>
            </a:custGeom>
            <a:solidFill>
              <a:schemeClr val="accent1">
                <a:lumMod val="40000"/>
                <a:lumOff val="60000"/>
              </a:schemeClr>
            </a:solidFill>
          </p:spPr>
          <p:txBody>
            <a:bodyPr/>
            <a:lstStyle/>
            <a:p>
              <a:endParaRPr lang="en-US" altLang="ja-JP" dirty="0">
                <a:latin typeface="+mn-ea"/>
              </a:endParaRPr>
            </a:p>
            <a:p>
              <a:r>
                <a:rPr lang="en-US" altLang="ja-JP" dirty="0">
                  <a:latin typeface="+mn-ea"/>
                </a:rPr>
                <a:t>	</a:t>
              </a:r>
            </a:p>
            <a:p>
              <a:pPr>
                <a:lnSpc>
                  <a:spcPct val="150000"/>
                </a:lnSpc>
              </a:pPr>
              <a:r>
                <a:rPr lang="ja-JP" altLang="en-US" sz="2800" b="1" dirty="0">
                  <a:latin typeface="HG丸ｺﾞｼｯｸM-PRO" panose="020F0600000000000000" pitchFamily="50" charset="-128"/>
                  <a:ea typeface="HG丸ｺﾞｼｯｸM-PRO" panose="020F0600000000000000" pitchFamily="50" charset="-128"/>
                </a:rPr>
                <a:t>・</a:t>
              </a:r>
              <a:r>
                <a:rPr lang="ja-JP" altLang="ja-JP" sz="2800" b="1" dirty="0">
                  <a:latin typeface="HG丸ｺﾞｼｯｸM-PRO" panose="020F0600000000000000" pitchFamily="50" charset="-128"/>
                  <a:ea typeface="HG丸ｺﾞｼｯｸM-PRO" panose="020F0600000000000000" pitchFamily="50" charset="-128"/>
                </a:rPr>
                <a:t>魚の種類を増やし、より多彩な水族館を表現できるようにする。 </a:t>
              </a:r>
            </a:p>
            <a:p>
              <a:pPr>
                <a:lnSpc>
                  <a:spcPct val="150000"/>
                </a:lnSpc>
              </a:pPr>
              <a:r>
                <a:rPr lang="ja-JP" altLang="en-US" sz="2800" b="1" dirty="0">
                  <a:latin typeface="HG丸ｺﾞｼｯｸM-PRO" panose="020F0600000000000000" pitchFamily="50" charset="-128"/>
                  <a:ea typeface="HG丸ｺﾞｼｯｸM-PRO" panose="020F0600000000000000" pitchFamily="50" charset="-128"/>
                </a:rPr>
                <a:t>・</a:t>
              </a:r>
              <a:r>
                <a:rPr lang="ja-JP" altLang="ja-JP" sz="2800" b="1" dirty="0">
                  <a:latin typeface="HG丸ｺﾞｼｯｸM-PRO" panose="020F0600000000000000" pitchFamily="50" charset="-128"/>
                  <a:ea typeface="HG丸ｺﾞｼｯｸM-PRO" panose="020F0600000000000000" pitchFamily="50" charset="-128"/>
                </a:rPr>
                <a:t>背景演出を追加し、より臨場感のある空間を実現する。 </a:t>
              </a:r>
              <a:endParaRPr lang="en-US" altLang="ja-JP" sz="2800" b="1" dirty="0">
                <a:latin typeface="HG丸ｺﾞｼｯｸM-PRO" panose="020F0600000000000000" pitchFamily="50" charset="-128"/>
                <a:ea typeface="HG丸ｺﾞｼｯｸM-PRO" panose="020F0600000000000000" pitchFamily="50" charset="-128"/>
              </a:endParaRPr>
            </a:p>
            <a:p>
              <a:pPr>
                <a:lnSpc>
                  <a:spcPct val="150000"/>
                </a:lnSpc>
              </a:pPr>
              <a:r>
                <a:rPr lang="ja-JP" altLang="en-US" sz="2800" b="1" dirty="0">
                  <a:latin typeface="HG丸ｺﾞｼｯｸM-PRO" panose="020F0600000000000000" pitchFamily="50" charset="-128"/>
                  <a:ea typeface="HG丸ｺﾞｼｯｸM-PRO" panose="020F0600000000000000" pitchFamily="50" charset="-128"/>
                </a:rPr>
                <a:t>・</a:t>
              </a:r>
              <a:r>
                <a:rPr lang="ja-JP" altLang="ja-JP" sz="2800" b="1" dirty="0">
                  <a:latin typeface="HG丸ｺﾞｼｯｸM-PRO" panose="020F0600000000000000" pitchFamily="50" charset="-128"/>
                  <a:ea typeface="HG丸ｺﾞｼｯｸM-PRO" panose="020F0600000000000000" pitchFamily="50" charset="-128"/>
                </a:rPr>
                <a:t>餌やりなどの機能を追加し、来場者がより楽しめる体験型コンテンツに発展させる。 </a:t>
              </a:r>
            </a:p>
            <a:p>
              <a:pPr>
                <a:lnSpc>
                  <a:spcPct val="150000"/>
                </a:lnSpc>
              </a:pPr>
              <a:r>
                <a:rPr lang="ja-JP" altLang="en-US" sz="2800" b="1" dirty="0">
                  <a:latin typeface="HG丸ｺﾞｼｯｸM-PRO" panose="020F0600000000000000" pitchFamily="50" charset="-128"/>
                  <a:ea typeface="HG丸ｺﾞｼｯｸM-PRO" panose="020F0600000000000000" pitchFamily="50" charset="-128"/>
                </a:rPr>
                <a:t>・</a:t>
              </a:r>
              <a:r>
                <a:rPr lang="ja-JP" altLang="ja-JP" sz="2800" b="1" dirty="0">
                  <a:latin typeface="HG丸ｺﾞｼｯｸM-PRO" panose="020F0600000000000000" pitchFamily="50" charset="-128"/>
                  <a:ea typeface="HG丸ｺﾞｼｯｸM-PRO" panose="020F0600000000000000" pitchFamily="50" charset="-128"/>
                </a:rPr>
                <a:t>システムを改良し、より多くの人が同時に参加できるようにする。</a:t>
              </a:r>
              <a:r>
                <a:rPr lang="ja-JP" altLang="ja-JP" sz="2800" dirty="0">
                  <a:latin typeface="HG丸ｺﾞｼｯｸM-PRO" panose="020F0600000000000000" pitchFamily="50" charset="-128"/>
                  <a:ea typeface="HG丸ｺﾞｼｯｸM-PRO" panose="020F0600000000000000" pitchFamily="50" charset="-128"/>
                </a:rPr>
                <a:t> </a:t>
              </a:r>
            </a:p>
            <a:p>
              <a:pPr>
                <a:lnSpc>
                  <a:spcPct val="150000"/>
                </a:lnSpc>
              </a:pPr>
              <a:br>
                <a:rPr lang="en-US" altLang="ja-JP" sz="2400" b="1" dirty="0">
                  <a:latin typeface="+mn-ea"/>
                </a:rPr>
              </a:br>
              <a:r>
                <a:rPr lang="en-US" altLang="ja-JP" sz="2800" b="1" dirty="0">
                  <a:latin typeface="HG丸ｺﾞｼｯｸM-PRO" panose="020F0600000000000000" pitchFamily="50" charset="-128"/>
                  <a:ea typeface="HG丸ｺﾞｼｯｸM-PRO" panose="020F0600000000000000" pitchFamily="50" charset="-128"/>
                </a:rPr>
                <a:t>	</a:t>
              </a:r>
              <a:endParaRPr lang="ja-JP" altLang="en-US" sz="2400" dirty="0">
                <a:latin typeface="+mn-ea"/>
              </a:endParaRPr>
            </a:p>
          </p:txBody>
        </p:sp>
        <p:sp>
          <p:nvSpPr>
            <p:cNvPr id="4" name="TextBox 4">
              <a:extLst>
                <a:ext uri="{FF2B5EF4-FFF2-40B4-BE49-F238E27FC236}">
                  <a16:creationId xmlns:a16="http://schemas.microsoft.com/office/drawing/2014/main" id="{902959FA-99EF-4C0F-7870-2605283C8535}"/>
                </a:ext>
              </a:extLst>
            </p:cNvPr>
            <p:cNvSpPr txBox="1"/>
            <p:nvPr/>
          </p:nvSpPr>
          <p:spPr>
            <a:xfrm>
              <a:off x="0" y="-57150"/>
              <a:ext cx="1350193" cy="931406"/>
            </a:xfrm>
            <a:prstGeom prst="rect">
              <a:avLst/>
            </a:prstGeom>
          </p:spPr>
          <p:txBody>
            <a:bodyPr lIns="50800" tIns="50800" rIns="50800" bIns="50800" rtlCol="0" anchor="ctr"/>
            <a:lstStyle/>
            <a:p>
              <a:pPr algn="ctr">
                <a:lnSpc>
                  <a:spcPts val="4060"/>
                </a:lnSpc>
                <a:spcBef>
                  <a:spcPct val="0"/>
                </a:spcBef>
              </a:pPr>
              <a:endParaRPr>
                <a:latin typeface="+mn-ea"/>
              </a:endParaRPr>
            </a:p>
          </p:txBody>
        </p:sp>
      </p:grpSp>
      <p:grpSp>
        <p:nvGrpSpPr>
          <p:cNvPr id="5" name="Group 5">
            <a:extLst>
              <a:ext uri="{FF2B5EF4-FFF2-40B4-BE49-F238E27FC236}">
                <a16:creationId xmlns:a16="http://schemas.microsoft.com/office/drawing/2014/main" id="{28F90DB0-2A63-9B9D-A665-3E073908E4C4}"/>
              </a:ext>
            </a:extLst>
          </p:cNvPr>
          <p:cNvGrpSpPr/>
          <p:nvPr/>
        </p:nvGrpSpPr>
        <p:grpSpPr>
          <a:xfrm>
            <a:off x="1538762" y="11423258"/>
            <a:ext cx="3921933" cy="1146535"/>
            <a:chOff x="0" y="-57150"/>
            <a:chExt cx="1350193" cy="158595"/>
          </a:xfrm>
        </p:grpSpPr>
        <p:sp>
          <p:nvSpPr>
            <p:cNvPr id="6" name="Freeform 6">
              <a:extLst>
                <a:ext uri="{FF2B5EF4-FFF2-40B4-BE49-F238E27FC236}">
                  <a16:creationId xmlns:a16="http://schemas.microsoft.com/office/drawing/2014/main" id="{2413776A-9817-58E5-05AA-80C573ED163A}"/>
                </a:ext>
              </a:extLst>
            </p:cNvPr>
            <p:cNvSpPr/>
            <p:nvPr/>
          </p:nvSpPr>
          <p:spPr>
            <a:xfrm>
              <a:off x="0" y="0"/>
              <a:ext cx="1350193" cy="101445"/>
            </a:xfrm>
            <a:custGeom>
              <a:avLst/>
              <a:gdLst/>
              <a:ahLst/>
              <a:cxnLst/>
              <a:rect l="l" t="t" r="r" b="b"/>
              <a:pathLst>
                <a:path w="1350193" h="101445">
                  <a:moveTo>
                    <a:pt x="14384" y="0"/>
                  </a:moveTo>
                  <a:lnTo>
                    <a:pt x="1335808" y="0"/>
                  </a:lnTo>
                  <a:cubicBezTo>
                    <a:pt x="1343753" y="0"/>
                    <a:pt x="1350193" y="6440"/>
                    <a:pt x="1350193" y="14384"/>
                  </a:cubicBezTo>
                  <a:lnTo>
                    <a:pt x="1350193" y="87060"/>
                  </a:lnTo>
                  <a:cubicBezTo>
                    <a:pt x="1350193" y="95005"/>
                    <a:pt x="1343753" y="101445"/>
                    <a:pt x="1335808" y="101445"/>
                  </a:cubicBezTo>
                  <a:lnTo>
                    <a:pt x="14384" y="101445"/>
                  </a:lnTo>
                  <a:cubicBezTo>
                    <a:pt x="6440" y="101445"/>
                    <a:pt x="0" y="95005"/>
                    <a:pt x="0" y="87060"/>
                  </a:cubicBezTo>
                  <a:lnTo>
                    <a:pt x="0" y="14384"/>
                  </a:lnTo>
                  <a:cubicBezTo>
                    <a:pt x="0" y="6440"/>
                    <a:pt x="6440" y="0"/>
                    <a:pt x="14384" y="0"/>
                  </a:cubicBezTo>
                  <a:close/>
                </a:path>
              </a:pathLst>
            </a:custGeom>
            <a:solidFill>
              <a:srgbClr val="E0DFD8"/>
            </a:solidFill>
          </p:spPr>
          <p:txBody>
            <a:bodyPr/>
            <a:lstStyle/>
            <a:p>
              <a:endParaRPr lang="ja-JP" altLang="en-US">
                <a:latin typeface="+mn-ea"/>
              </a:endParaRPr>
            </a:p>
          </p:txBody>
        </p:sp>
        <p:sp>
          <p:nvSpPr>
            <p:cNvPr id="7" name="TextBox 7">
              <a:extLst>
                <a:ext uri="{FF2B5EF4-FFF2-40B4-BE49-F238E27FC236}">
                  <a16:creationId xmlns:a16="http://schemas.microsoft.com/office/drawing/2014/main" id="{E3E2810B-1FC9-7873-8872-722257B79A65}"/>
                </a:ext>
              </a:extLst>
            </p:cNvPr>
            <p:cNvSpPr txBox="1"/>
            <p:nvPr/>
          </p:nvSpPr>
          <p:spPr>
            <a:xfrm>
              <a:off x="0" y="-57150"/>
              <a:ext cx="1350193" cy="158595"/>
            </a:xfrm>
            <a:prstGeom prst="rect">
              <a:avLst/>
            </a:prstGeom>
          </p:spPr>
          <p:txBody>
            <a:bodyPr lIns="50800" tIns="50800" rIns="50800" bIns="50800" rtlCol="0" anchor="ctr"/>
            <a:lstStyle/>
            <a:p>
              <a:pPr algn="ctr">
                <a:lnSpc>
                  <a:spcPts val="4060"/>
                </a:lnSpc>
                <a:spcBef>
                  <a:spcPct val="0"/>
                </a:spcBef>
              </a:pPr>
              <a:endParaRPr>
                <a:latin typeface="+mn-ea"/>
              </a:endParaRPr>
            </a:p>
          </p:txBody>
        </p:sp>
      </p:grpSp>
      <p:grpSp>
        <p:nvGrpSpPr>
          <p:cNvPr id="13" name="Group 13">
            <a:extLst>
              <a:ext uri="{FF2B5EF4-FFF2-40B4-BE49-F238E27FC236}">
                <a16:creationId xmlns:a16="http://schemas.microsoft.com/office/drawing/2014/main" id="{2D0B707D-90F5-E6DE-0B4C-727B9FAC0CA5}"/>
              </a:ext>
            </a:extLst>
          </p:cNvPr>
          <p:cNvGrpSpPr/>
          <p:nvPr/>
        </p:nvGrpSpPr>
        <p:grpSpPr>
          <a:xfrm>
            <a:off x="768096" y="16132600"/>
            <a:ext cx="13576808" cy="4725301"/>
            <a:chOff x="0" y="-57150"/>
            <a:chExt cx="2167467" cy="765326"/>
          </a:xfrm>
        </p:grpSpPr>
        <p:sp>
          <p:nvSpPr>
            <p:cNvPr id="14" name="Freeform 14">
              <a:extLst>
                <a:ext uri="{FF2B5EF4-FFF2-40B4-BE49-F238E27FC236}">
                  <a16:creationId xmlns:a16="http://schemas.microsoft.com/office/drawing/2014/main" id="{7AAE8C64-F12E-EA0F-B95E-C712395EF94E}"/>
                </a:ext>
              </a:extLst>
            </p:cNvPr>
            <p:cNvSpPr/>
            <p:nvPr/>
          </p:nvSpPr>
          <p:spPr>
            <a:xfrm>
              <a:off x="0" y="0"/>
              <a:ext cx="2167467" cy="708176"/>
            </a:xfrm>
            <a:custGeom>
              <a:avLst/>
              <a:gdLst/>
              <a:ahLst/>
              <a:cxnLst/>
              <a:rect l="l" t="t" r="r" b="b"/>
              <a:pathLst>
                <a:path w="2167467" h="708176">
                  <a:moveTo>
                    <a:pt x="21121" y="0"/>
                  </a:moveTo>
                  <a:lnTo>
                    <a:pt x="2146345" y="0"/>
                  </a:lnTo>
                  <a:cubicBezTo>
                    <a:pt x="2158010" y="0"/>
                    <a:pt x="2167467" y="9456"/>
                    <a:pt x="2167467" y="21121"/>
                  </a:cubicBezTo>
                  <a:lnTo>
                    <a:pt x="2167467" y="687054"/>
                  </a:lnTo>
                  <a:cubicBezTo>
                    <a:pt x="2167467" y="698719"/>
                    <a:pt x="2158010" y="708176"/>
                    <a:pt x="2146345" y="708176"/>
                  </a:cubicBezTo>
                  <a:lnTo>
                    <a:pt x="21121" y="708176"/>
                  </a:lnTo>
                  <a:cubicBezTo>
                    <a:pt x="9456" y="708176"/>
                    <a:pt x="0" y="698719"/>
                    <a:pt x="0" y="687054"/>
                  </a:cubicBezTo>
                  <a:lnTo>
                    <a:pt x="0" y="21121"/>
                  </a:lnTo>
                  <a:cubicBezTo>
                    <a:pt x="0" y="9456"/>
                    <a:pt x="9456" y="0"/>
                    <a:pt x="21121" y="0"/>
                  </a:cubicBezTo>
                  <a:close/>
                </a:path>
              </a:pathLst>
            </a:custGeom>
            <a:solidFill>
              <a:schemeClr val="accent1">
                <a:lumMod val="40000"/>
                <a:lumOff val="60000"/>
              </a:schemeClr>
            </a:solidFill>
          </p:spPr>
          <p:txBody>
            <a:bodyPr/>
            <a:lstStyle/>
            <a:p>
              <a:endParaRPr lang="ja-JP" altLang="en-US">
                <a:latin typeface="+mn-ea"/>
              </a:endParaRPr>
            </a:p>
          </p:txBody>
        </p:sp>
        <p:sp>
          <p:nvSpPr>
            <p:cNvPr id="15" name="TextBox 15">
              <a:extLst>
                <a:ext uri="{FF2B5EF4-FFF2-40B4-BE49-F238E27FC236}">
                  <a16:creationId xmlns:a16="http://schemas.microsoft.com/office/drawing/2014/main" id="{CBC7FE7E-CF1E-596C-E87D-7D7CF1967438}"/>
                </a:ext>
              </a:extLst>
            </p:cNvPr>
            <p:cNvSpPr txBox="1"/>
            <p:nvPr/>
          </p:nvSpPr>
          <p:spPr>
            <a:xfrm>
              <a:off x="0" y="-57150"/>
              <a:ext cx="2167467" cy="765326"/>
            </a:xfrm>
            <a:prstGeom prst="rect">
              <a:avLst/>
            </a:prstGeom>
          </p:spPr>
          <p:txBody>
            <a:bodyPr lIns="50800" tIns="50800" rIns="50800" bIns="50800" rtlCol="0" anchor="ctr"/>
            <a:lstStyle/>
            <a:p>
              <a:pPr algn="ctr">
                <a:lnSpc>
                  <a:spcPts val="4060"/>
                </a:lnSpc>
                <a:spcBef>
                  <a:spcPct val="0"/>
                </a:spcBef>
              </a:pPr>
              <a:endParaRPr>
                <a:latin typeface="+mn-ea"/>
              </a:endParaRPr>
            </a:p>
          </p:txBody>
        </p:sp>
      </p:grpSp>
      <p:grpSp>
        <p:nvGrpSpPr>
          <p:cNvPr id="16" name="Group 16">
            <a:extLst>
              <a:ext uri="{FF2B5EF4-FFF2-40B4-BE49-F238E27FC236}">
                <a16:creationId xmlns:a16="http://schemas.microsoft.com/office/drawing/2014/main" id="{FFAF549D-C43A-1F24-3A7E-9E7286FC1D77}"/>
              </a:ext>
            </a:extLst>
          </p:cNvPr>
          <p:cNvGrpSpPr/>
          <p:nvPr/>
        </p:nvGrpSpPr>
        <p:grpSpPr>
          <a:xfrm>
            <a:off x="1511838" y="15775491"/>
            <a:ext cx="2791508" cy="1038116"/>
            <a:chOff x="0" y="-57150"/>
            <a:chExt cx="2167467" cy="158595"/>
          </a:xfrm>
        </p:grpSpPr>
        <p:sp>
          <p:nvSpPr>
            <p:cNvPr id="17" name="Freeform 17">
              <a:extLst>
                <a:ext uri="{FF2B5EF4-FFF2-40B4-BE49-F238E27FC236}">
                  <a16:creationId xmlns:a16="http://schemas.microsoft.com/office/drawing/2014/main" id="{F97FF9C0-837C-C3D0-2FEB-EA357E09FBAF}"/>
                </a:ext>
              </a:extLst>
            </p:cNvPr>
            <p:cNvSpPr/>
            <p:nvPr/>
          </p:nvSpPr>
          <p:spPr>
            <a:xfrm>
              <a:off x="0" y="0"/>
              <a:ext cx="2167467" cy="101445"/>
            </a:xfrm>
            <a:custGeom>
              <a:avLst/>
              <a:gdLst/>
              <a:ahLst/>
              <a:cxnLst/>
              <a:rect l="l" t="t" r="r" b="b"/>
              <a:pathLst>
                <a:path w="2167467" h="101445">
                  <a:moveTo>
                    <a:pt x="8961" y="0"/>
                  </a:moveTo>
                  <a:lnTo>
                    <a:pt x="2158506" y="0"/>
                  </a:lnTo>
                  <a:cubicBezTo>
                    <a:pt x="2163455" y="0"/>
                    <a:pt x="2167467" y="4012"/>
                    <a:pt x="2167467" y="8961"/>
                  </a:cubicBezTo>
                  <a:lnTo>
                    <a:pt x="2167467" y="92484"/>
                  </a:lnTo>
                  <a:cubicBezTo>
                    <a:pt x="2167467" y="97433"/>
                    <a:pt x="2163455" y="101445"/>
                    <a:pt x="2158506" y="101445"/>
                  </a:cubicBezTo>
                  <a:lnTo>
                    <a:pt x="8961" y="101445"/>
                  </a:lnTo>
                  <a:cubicBezTo>
                    <a:pt x="4012" y="101445"/>
                    <a:pt x="0" y="97433"/>
                    <a:pt x="0" y="92484"/>
                  </a:cubicBezTo>
                  <a:lnTo>
                    <a:pt x="0" y="8961"/>
                  </a:lnTo>
                  <a:cubicBezTo>
                    <a:pt x="0" y="4012"/>
                    <a:pt x="4012" y="0"/>
                    <a:pt x="8961" y="0"/>
                  </a:cubicBezTo>
                  <a:close/>
                </a:path>
              </a:pathLst>
            </a:custGeom>
            <a:solidFill>
              <a:srgbClr val="E0DFD8"/>
            </a:solidFill>
          </p:spPr>
          <p:txBody>
            <a:bodyPr/>
            <a:lstStyle/>
            <a:p>
              <a:endParaRPr lang="ja-JP" altLang="en-US">
                <a:latin typeface="+mn-ea"/>
              </a:endParaRPr>
            </a:p>
          </p:txBody>
        </p:sp>
        <p:sp>
          <p:nvSpPr>
            <p:cNvPr id="18" name="TextBox 18">
              <a:extLst>
                <a:ext uri="{FF2B5EF4-FFF2-40B4-BE49-F238E27FC236}">
                  <a16:creationId xmlns:a16="http://schemas.microsoft.com/office/drawing/2014/main" id="{2B610904-60AA-92D1-331B-755BA16C0447}"/>
                </a:ext>
              </a:extLst>
            </p:cNvPr>
            <p:cNvSpPr txBox="1"/>
            <p:nvPr/>
          </p:nvSpPr>
          <p:spPr>
            <a:xfrm>
              <a:off x="0" y="-57150"/>
              <a:ext cx="2167467" cy="158595"/>
            </a:xfrm>
            <a:prstGeom prst="rect">
              <a:avLst/>
            </a:prstGeom>
          </p:spPr>
          <p:txBody>
            <a:bodyPr lIns="50800" tIns="50800" rIns="50800" bIns="50800" rtlCol="0" anchor="ctr"/>
            <a:lstStyle/>
            <a:p>
              <a:pPr algn="ctr">
                <a:lnSpc>
                  <a:spcPts val="4060"/>
                </a:lnSpc>
                <a:spcBef>
                  <a:spcPct val="0"/>
                </a:spcBef>
              </a:pPr>
              <a:endParaRPr>
                <a:latin typeface="+mn-ea"/>
              </a:endParaRPr>
            </a:p>
          </p:txBody>
        </p:sp>
      </p:grpSp>
      <p:sp>
        <p:nvSpPr>
          <p:cNvPr id="37" name="Freeform 37">
            <a:extLst>
              <a:ext uri="{FF2B5EF4-FFF2-40B4-BE49-F238E27FC236}">
                <a16:creationId xmlns:a16="http://schemas.microsoft.com/office/drawing/2014/main" id="{7CCF7ADF-2449-EA85-9969-4752CBFCBE77}"/>
              </a:ext>
            </a:extLst>
          </p:cNvPr>
          <p:cNvSpPr/>
          <p:nvPr/>
        </p:nvSpPr>
        <p:spPr>
          <a:xfrm rot="5400000">
            <a:off x="12067503" y="-2175351"/>
            <a:ext cx="2304289" cy="6125967"/>
          </a:xfrm>
          <a:custGeom>
            <a:avLst/>
            <a:gdLst/>
            <a:ahLst/>
            <a:cxnLst/>
            <a:rect l="l" t="t" r="r" b="b"/>
            <a:pathLst>
              <a:path w="2304289" h="6125967">
                <a:moveTo>
                  <a:pt x="0" y="0"/>
                </a:moveTo>
                <a:lnTo>
                  <a:pt x="2304290" y="0"/>
                </a:lnTo>
                <a:lnTo>
                  <a:pt x="2304290" y="6125967"/>
                </a:lnTo>
                <a:lnTo>
                  <a:pt x="0" y="6125967"/>
                </a:lnTo>
                <a:lnTo>
                  <a:pt x="0" y="0"/>
                </a:lnTo>
                <a:close/>
              </a:path>
            </a:pathLst>
          </a:custGeom>
          <a:blipFill>
            <a:blip>
              <a:alphaModFix amt="6999"/>
              <a:extLst>
                <a:ext uri="{96DAC541-7B7A-43D3-8B79-37D633B846F1}">
                  <asvg:svgBlip xmlns:asvg="http://schemas.microsoft.com/office/drawing/2016/SVG/main" r:embed="rId2"/>
                </a:ext>
              </a:extLst>
            </a:blip>
            <a:stretch>
              <a:fillRect l="-162467"/>
            </a:stretch>
          </a:blipFill>
        </p:spPr>
        <p:txBody>
          <a:bodyPr/>
          <a:lstStyle/>
          <a:p>
            <a:endParaRPr lang="ja-JP" altLang="en-US">
              <a:latin typeface="+mn-ea"/>
            </a:endParaRPr>
          </a:p>
        </p:txBody>
      </p:sp>
      <p:sp>
        <p:nvSpPr>
          <p:cNvPr id="49" name="TextBox 49">
            <a:extLst>
              <a:ext uri="{FF2B5EF4-FFF2-40B4-BE49-F238E27FC236}">
                <a16:creationId xmlns:a16="http://schemas.microsoft.com/office/drawing/2014/main" id="{F02AA0CE-013B-5028-57BA-BD4CB8F4E826}"/>
              </a:ext>
            </a:extLst>
          </p:cNvPr>
          <p:cNvSpPr txBox="1"/>
          <p:nvPr/>
        </p:nvSpPr>
        <p:spPr>
          <a:xfrm>
            <a:off x="1864128" y="11891235"/>
            <a:ext cx="3217351" cy="594650"/>
          </a:xfrm>
          <a:prstGeom prst="rect">
            <a:avLst/>
          </a:prstGeom>
        </p:spPr>
        <p:txBody>
          <a:bodyPr wrap="square" lIns="0" tIns="0" rIns="0" bIns="0" rtlCol="0" anchor="t">
            <a:spAutoFit/>
          </a:bodyPr>
          <a:lstStyle/>
          <a:p>
            <a:pPr algn="ctr">
              <a:lnSpc>
                <a:spcPts val="4913"/>
              </a:lnSpc>
            </a:pPr>
            <a:r>
              <a:rPr lang="ja-JP" altLang="en-US" sz="3600" b="1">
                <a:latin typeface="+mn-ea"/>
                <a:cs typeface="Fredoka"/>
                <a:sym typeface="Fredoka"/>
              </a:rPr>
              <a:t>今後の展望</a:t>
            </a:r>
            <a:endParaRPr lang="en-US" sz="3600" b="1">
              <a:latin typeface="+mn-ea"/>
              <a:cs typeface="Fredoka"/>
              <a:sym typeface="Fredoka"/>
            </a:endParaRPr>
          </a:p>
        </p:txBody>
      </p:sp>
      <p:sp>
        <p:nvSpPr>
          <p:cNvPr id="50" name="TextBox 50">
            <a:extLst>
              <a:ext uri="{FF2B5EF4-FFF2-40B4-BE49-F238E27FC236}">
                <a16:creationId xmlns:a16="http://schemas.microsoft.com/office/drawing/2014/main" id="{06AD2BD0-7928-6732-96CF-74F275B10B8D}"/>
              </a:ext>
            </a:extLst>
          </p:cNvPr>
          <p:cNvSpPr txBox="1"/>
          <p:nvPr/>
        </p:nvSpPr>
        <p:spPr>
          <a:xfrm>
            <a:off x="1262739" y="16172488"/>
            <a:ext cx="3217351" cy="595741"/>
          </a:xfrm>
          <a:prstGeom prst="rect">
            <a:avLst/>
          </a:prstGeom>
        </p:spPr>
        <p:txBody>
          <a:bodyPr lIns="0" tIns="0" rIns="0" bIns="0" rtlCol="0" anchor="t">
            <a:spAutoFit/>
          </a:bodyPr>
          <a:lstStyle/>
          <a:p>
            <a:pPr algn="ctr">
              <a:lnSpc>
                <a:spcPts val="4913"/>
              </a:lnSpc>
            </a:pPr>
            <a:r>
              <a:rPr lang="ja-JP" altLang="en-US" sz="3600" b="1">
                <a:latin typeface="+mn-ea"/>
                <a:cs typeface="Fredoka"/>
                <a:sym typeface="Fredoka"/>
              </a:rPr>
              <a:t>まとめ</a:t>
            </a:r>
            <a:endParaRPr lang="en-US" sz="3600" b="1">
              <a:latin typeface="+mn-ea"/>
              <a:cs typeface="Fredoka"/>
              <a:sym typeface="Fredoka"/>
            </a:endParaRPr>
          </a:p>
        </p:txBody>
      </p:sp>
      <p:sp>
        <p:nvSpPr>
          <p:cNvPr id="53" name="TextBox 53">
            <a:extLst>
              <a:ext uri="{FF2B5EF4-FFF2-40B4-BE49-F238E27FC236}">
                <a16:creationId xmlns:a16="http://schemas.microsoft.com/office/drawing/2014/main" id="{12B55C3E-77BB-9594-814B-5E6C2C1489E2}"/>
              </a:ext>
            </a:extLst>
          </p:cNvPr>
          <p:cNvSpPr txBox="1"/>
          <p:nvPr/>
        </p:nvSpPr>
        <p:spPr>
          <a:xfrm>
            <a:off x="1511838" y="17185514"/>
            <a:ext cx="8326117" cy="1949573"/>
          </a:xfrm>
          <a:prstGeom prst="rect">
            <a:avLst/>
          </a:prstGeom>
        </p:spPr>
        <p:txBody>
          <a:bodyPr lIns="0" tIns="0" rIns="0" bIns="0" rtlCol="0" anchor="t">
            <a:spAutoFit/>
          </a:bodyPr>
          <a:lstStyle/>
          <a:p>
            <a:pPr algn="just">
              <a:lnSpc>
                <a:spcPts val="2168"/>
              </a:lnSpc>
            </a:pPr>
            <a:r>
              <a:rPr lang="en-US" sz="1548">
                <a:latin typeface="+mn-ea"/>
                <a:cs typeface="Source Sans Pro"/>
                <a:sym typeface="Source Sans Pro"/>
              </a:rPr>
              <a:t>Lorem ipsum dolor sit </a:t>
            </a:r>
            <a:r>
              <a:rPr lang="en-US" sz="1548" err="1">
                <a:latin typeface="+mn-ea"/>
                <a:cs typeface="Source Sans Pro"/>
                <a:sym typeface="Source Sans Pro"/>
              </a:rPr>
              <a:t>amet</a:t>
            </a:r>
            <a:r>
              <a:rPr lang="en-US" sz="1548">
                <a:latin typeface="+mn-ea"/>
                <a:cs typeface="Source Sans Pro"/>
                <a:sym typeface="Source Sans Pro"/>
              </a:rPr>
              <a:t>, </a:t>
            </a:r>
            <a:r>
              <a:rPr lang="en-US" sz="1548" err="1">
                <a:latin typeface="+mn-ea"/>
                <a:cs typeface="Source Sans Pro"/>
                <a:sym typeface="Source Sans Pro"/>
              </a:rPr>
              <a:t>consectetur</a:t>
            </a:r>
            <a:r>
              <a:rPr lang="en-US" sz="1548">
                <a:latin typeface="+mn-ea"/>
                <a:cs typeface="Source Sans Pro"/>
                <a:sym typeface="Source Sans Pro"/>
              </a:rPr>
              <a:t> </a:t>
            </a:r>
            <a:r>
              <a:rPr lang="en-US" sz="1548" err="1">
                <a:latin typeface="+mn-ea"/>
                <a:cs typeface="Source Sans Pro"/>
                <a:sym typeface="Source Sans Pro"/>
              </a:rPr>
              <a:t>adipiscing</a:t>
            </a:r>
            <a:r>
              <a:rPr lang="en-US" sz="1548">
                <a:latin typeface="+mn-ea"/>
                <a:cs typeface="Source Sans Pro"/>
                <a:sym typeface="Source Sans Pro"/>
              </a:rPr>
              <a:t> </a:t>
            </a:r>
            <a:r>
              <a:rPr lang="en-US" sz="1548" err="1">
                <a:latin typeface="+mn-ea"/>
                <a:cs typeface="Source Sans Pro"/>
                <a:sym typeface="Source Sans Pro"/>
              </a:rPr>
              <a:t>elit</a:t>
            </a:r>
            <a:r>
              <a:rPr lang="en-US" sz="1548">
                <a:latin typeface="+mn-ea"/>
                <a:cs typeface="Source Sans Pro"/>
                <a:sym typeface="Source Sans Pro"/>
              </a:rPr>
              <a:t>. </a:t>
            </a:r>
            <a:r>
              <a:rPr lang="en-US" sz="1548" err="1">
                <a:latin typeface="+mn-ea"/>
                <a:cs typeface="Source Sans Pro"/>
                <a:sym typeface="Source Sans Pro"/>
              </a:rPr>
              <a:t>Quisque</a:t>
            </a:r>
            <a:r>
              <a:rPr lang="en-US" sz="1548">
                <a:latin typeface="+mn-ea"/>
                <a:cs typeface="Source Sans Pro"/>
                <a:sym typeface="Source Sans Pro"/>
              </a:rPr>
              <a:t> non </a:t>
            </a:r>
            <a:r>
              <a:rPr lang="en-US" sz="1548" err="1">
                <a:latin typeface="+mn-ea"/>
                <a:cs typeface="Source Sans Pro"/>
                <a:sym typeface="Source Sans Pro"/>
              </a:rPr>
              <a:t>elit</a:t>
            </a:r>
            <a:r>
              <a:rPr lang="en-US" sz="1548">
                <a:latin typeface="+mn-ea"/>
                <a:cs typeface="Source Sans Pro"/>
                <a:sym typeface="Source Sans Pro"/>
              </a:rPr>
              <a:t> </a:t>
            </a:r>
            <a:r>
              <a:rPr lang="en-US" sz="1548" err="1">
                <a:latin typeface="+mn-ea"/>
                <a:cs typeface="Source Sans Pro"/>
                <a:sym typeface="Source Sans Pro"/>
              </a:rPr>
              <a:t>mauris</a:t>
            </a:r>
            <a:r>
              <a:rPr lang="en-US" sz="1548">
                <a:latin typeface="+mn-ea"/>
                <a:cs typeface="Source Sans Pro"/>
                <a:sym typeface="Source Sans Pro"/>
              </a:rPr>
              <a:t>. Cras </a:t>
            </a:r>
            <a:r>
              <a:rPr lang="en-US" sz="1548" err="1">
                <a:latin typeface="+mn-ea"/>
                <a:cs typeface="Source Sans Pro"/>
                <a:sym typeface="Source Sans Pro"/>
              </a:rPr>
              <a:t>euismod</a:t>
            </a:r>
            <a:r>
              <a:rPr lang="en-US" sz="1548">
                <a:latin typeface="+mn-ea"/>
                <a:cs typeface="Source Sans Pro"/>
                <a:sym typeface="Source Sans Pro"/>
              </a:rPr>
              <a:t>, </a:t>
            </a:r>
            <a:r>
              <a:rPr lang="en-US" sz="1548" err="1">
                <a:latin typeface="+mn-ea"/>
                <a:cs typeface="Source Sans Pro"/>
                <a:sym typeface="Source Sans Pro"/>
              </a:rPr>
              <a:t>metus</a:t>
            </a:r>
            <a:r>
              <a:rPr lang="en-US" sz="1548">
                <a:latin typeface="+mn-ea"/>
                <a:cs typeface="Source Sans Pro"/>
                <a:sym typeface="Source Sans Pro"/>
              </a:rPr>
              <a:t> ac </a:t>
            </a:r>
            <a:r>
              <a:rPr lang="en-US" sz="1548" err="1">
                <a:latin typeface="+mn-ea"/>
                <a:cs typeface="Source Sans Pro"/>
                <a:sym typeface="Source Sans Pro"/>
              </a:rPr>
              <a:t>finibus</a:t>
            </a:r>
            <a:r>
              <a:rPr lang="en-US" sz="1548">
                <a:latin typeface="+mn-ea"/>
                <a:cs typeface="Source Sans Pro"/>
                <a:sym typeface="Source Sans Pro"/>
              </a:rPr>
              <a:t> </a:t>
            </a:r>
            <a:r>
              <a:rPr lang="en-US" sz="1548" err="1">
                <a:latin typeface="+mn-ea"/>
                <a:cs typeface="Source Sans Pro"/>
                <a:sym typeface="Source Sans Pro"/>
              </a:rPr>
              <a:t>finibus</a:t>
            </a:r>
            <a:r>
              <a:rPr lang="en-US" sz="1548">
                <a:latin typeface="+mn-ea"/>
                <a:cs typeface="Source Sans Pro"/>
                <a:sym typeface="Source Sans Pro"/>
              </a:rPr>
              <a:t>, </a:t>
            </a:r>
            <a:r>
              <a:rPr lang="en-US" sz="1548" err="1">
                <a:latin typeface="+mn-ea"/>
                <a:cs typeface="Source Sans Pro"/>
                <a:sym typeface="Source Sans Pro"/>
              </a:rPr>
              <a:t>felis</a:t>
            </a:r>
            <a:r>
              <a:rPr lang="en-US" sz="1548">
                <a:latin typeface="+mn-ea"/>
                <a:cs typeface="Source Sans Pro"/>
                <a:sym typeface="Source Sans Pro"/>
              </a:rPr>
              <a:t> dui </a:t>
            </a:r>
            <a:r>
              <a:rPr lang="en-US" sz="1548" err="1">
                <a:latin typeface="+mn-ea"/>
                <a:cs typeface="Source Sans Pro"/>
                <a:sym typeface="Source Sans Pro"/>
              </a:rPr>
              <a:t>suscipit</a:t>
            </a:r>
            <a:r>
              <a:rPr lang="en-US" sz="1548">
                <a:latin typeface="+mn-ea"/>
                <a:cs typeface="Source Sans Pro"/>
                <a:sym typeface="Source Sans Pro"/>
              </a:rPr>
              <a:t> </a:t>
            </a:r>
            <a:r>
              <a:rPr lang="en-US" sz="1548" err="1">
                <a:latin typeface="+mn-ea"/>
                <a:cs typeface="Source Sans Pro"/>
                <a:sym typeface="Source Sans Pro"/>
              </a:rPr>
              <a:t>purus</a:t>
            </a:r>
            <a:r>
              <a:rPr lang="en-US" sz="1548">
                <a:latin typeface="+mn-ea"/>
                <a:cs typeface="Source Sans Pro"/>
                <a:sym typeface="Source Sans Pro"/>
              </a:rPr>
              <a:t>, a maximus </a:t>
            </a:r>
            <a:r>
              <a:rPr lang="en-US" sz="1548" err="1">
                <a:latin typeface="+mn-ea"/>
                <a:cs typeface="Source Sans Pro"/>
                <a:sym typeface="Source Sans Pro"/>
              </a:rPr>
              <a:t>leo</a:t>
            </a:r>
            <a:r>
              <a:rPr lang="en-US" sz="1548">
                <a:latin typeface="+mn-ea"/>
                <a:cs typeface="Source Sans Pro"/>
                <a:sym typeface="Source Sans Pro"/>
              </a:rPr>
              <a:t> ligula at dolor. Morbi et </a:t>
            </a:r>
            <a:r>
              <a:rPr lang="en-US" sz="1548" err="1">
                <a:latin typeface="+mn-ea"/>
                <a:cs typeface="Source Sans Pro"/>
                <a:sym typeface="Source Sans Pro"/>
              </a:rPr>
              <a:t>malesuada</a:t>
            </a:r>
            <a:r>
              <a:rPr lang="en-US" sz="1548">
                <a:latin typeface="+mn-ea"/>
                <a:cs typeface="Source Sans Pro"/>
                <a:sym typeface="Source Sans Pro"/>
              </a:rPr>
              <a:t> </a:t>
            </a:r>
            <a:r>
              <a:rPr lang="en-US" sz="1548" err="1">
                <a:latin typeface="+mn-ea"/>
                <a:cs typeface="Source Sans Pro"/>
                <a:sym typeface="Source Sans Pro"/>
              </a:rPr>
              <a:t>purus</a:t>
            </a:r>
            <a:r>
              <a:rPr lang="en-US" sz="1548">
                <a:latin typeface="+mn-ea"/>
                <a:cs typeface="Source Sans Pro"/>
                <a:sym typeface="Source Sans Pro"/>
              </a:rPr>
              <a:t>. </a:t>
            </a:r>
            <a:r>
              <a:rPr lang="en-US" sz="1548" err="1">
                <a:latin typeface="+mn-ea"/>
                <a:cs typeface="Source Sans Pro"/>
                <a:sym typeface="Source Sans Pro"/>
              </a:rPr>
              <a:t>Phasellus</a:t>
            </a:r>
            <a:r>
              <a:rPr lang="en-US" sz="1548">
                <a:latin typeface="+mn-ea"/>
                <a:cs typeface="Source Sans Pro"/>
                <a:sym typeface="Source Sans Pro"/>
              </a:rPr>
              <a:t> a </a:t>
            </a:r>
            <a:r>
              <a:rPr lang="en-US" sz="1548" err="1">
                <a:latin typeface="+mn-ea"/>
                <a:cs typeface="Source Sans Pro"/>
                <a:sym typeface="Source Sans Pro"/>
              </a:rPr>
              <a:t>lacus</a:t>
            </a:r>
            <a:r>
              <a:rPr lang="en-US" sz="1548">
                <a:latin typeface="+mn-ea"/>
                <a:cs typeface="Source Sans Pro"/>
                <a:sym typeface="Source Sans Pro"/>
              </a:rPr>
              <a:t> sit </a:t>
            </a:r>
            <a:r>
              <a:rPr lang="en-US" sz="1548" err="1">
                <a:latin typeface="+mn-ea"/>
                <a:cs typeface="Source Sans Pro"/>
                <a:sym typeface="Source Sans Pro"/>
              </a:rPr>
              <a:t>amet</a:t>
            </a:r>
            <a:r>
              <a:rPr lang="en-US" sz="1548">
                <a:latin typeface="+mn-ea"/>
                <a:cs typeface="Source Sans Pro"/>
                <a:sym typeface="Source Sans Pro"/>
              </a:rPr>
              <a:t> </a:t>
            </a:r>
            <a:r>
              <a:rPr lang="en-US" sz="1548" err="1">
                <a:latin typeface="+mn-ea"/>
                <a:cs typeface="Source Sans Pro"/>
                <a:sym typeface="Source Sans Pro"/>
              </a:rPr>
              <a:t>urna</a:t>
            </a:r>
            <a:r>
              <a:rPr lang="en-US" sz="1548">
                <a:latin typeface="+mn-ea"/>
                <a:cs typeface="Source Sans Pro"/>
                <a:sym typeface="Source Sans Pro"/>
              </a:rPr>
              <a:t> </a:t>
            </a:r>
            <a:r>
              <a:rPr lang="en-US" sz="1548" err="1">
                <a:latin typeface="+mn-ea"/>
                <a:cs typeface="Source Sans Pro"/>
                <a:sym typeface="Source Sans Pro"/>
              </a:rPr>
              <a:t>tempor</a:t>
            </a:r>
            <a:r>
              <a:rPr lang="en-US" sz="1548">
                <a:latin typeface="+mn-ea"/>
                <a:cs typeface="Source Sans Pro"/>
                <a:sym typeface="Source Sans Pro"/>
              </a:rPr>
              <a:t> </a:t>
            </a:r>
            <a:r>
              <a:rPr lang="en-US" sz="1548" err="1">
                <a:latin typeface="+mn-ea"/>
                <a:cs typeface="Source Sans Pro"/>
                <a:sym typeface="Source Sans Pro"/>
              </a:rPr>
              <a:t>sollicitudin</a:t>
            </a:r>
            <a:r>
              <a:rPr lang="en-US" sz="1548">
                <a:latin typeface="+mn-ea"/>
                <a:cs typeface="Source Sans Pro"/>
                <a:sym typeface="Source Sans Pro"/>
              </a:rPr>
              <a:t>. Cras </a:t>
            </a:r>
            <a:r>
              <a:rPr lang="en-US" sz="1548" err="1">
                <a:latin typeface="+mn-ea"/>
                <a:cs typeface="Source Sans Pro"/>
                <a:sym typeface="Source Sans Pro"/>
              </a:rPr>
              <a:t>pretium</a:t>
            </a:r>
            <a:r>
              <a:rPr lang="en-US" sz="1548">
                <a:latin typeface="+mn-ea"/>
                <a:cs typeface="Source Sans Pro"/>
                <a:sym typeface="Source Sans Pro"/>
              </a:rPr>
              <a:t> </a:t>
            </a:r>
            <a:r>
              <a:rPr lang="en-US" sz="1548" err="1">
                <a:latin typeface="+mn-ea"/>
                <a:cs typeface="Source Sans Pro"/>
                <a:sym typeface="Source Sans Pro"/>
              </a:rPr>
              <a:t>tempor</a:t>
            </a:r>
            <a:r>
              <a:rPr lang="en-US" sz="1548">
                <a:latin typeface="+mn-ea"/>
                <a:cs typeface="Source Sans Pro"/>
                <a:sym typeface="Source Sans Pro"/>
              </a:rPr>
              <a:t> </a:t>
            </a:r>
            <a:r>
              <a:rPr lang="en-US" sz="1548" err="1">
                <a:latin typeface="+mn-ea"/>
                <a:cs typeface="Source Sans Pro"/>
                <a:sym typeface="Source Sans Pro"/>
              </a:rPr>
              <a:t>elit</a:t>
            </a:r>
            <a:r>
              <a:rPr lang="en-US" sz="1548">
                <a:latin typeface="+mn-ea"/>
                <a:cs typeface="Source Sans Pro"/>
                <a:sym typeface="Source Sans Pro"/>
              </a:rPr>
              <a:t> </a:t>
            </a:r>
            <a:r>
              <a:rPr lang="en-US" sz="1548" err="1">
                <a:latin typeface="+mn-ea"/>
                <a:cs typeface="Source Sans Pro"/>
                <a:sym typeface="Source Sans Pro"/>
              </a:rPr>
              <a:t>blandit</a:t>
            </a:r>
            <a:r>
              <a:rPr lang="en-US" sz="1548">
                <a:latin typeface="+mn-ea"/>
                <a:cs typeface="Source Sans Pro"/>
                <a:sym typeface="Source Sans Pro"/>
              </a:rPr>
              <a:t> </a:t>
            </a:r>
            <a:r>
              <a:rPr lang="en-US" sz="1548" err="1">
                <a:latin typeface="+mn-ea"/>
                <a:cs typeface="Source Sans Pro"/>
                <a:sym typeface="Source Sans Pro"/>
              </a:rPr>
              <a:t>egestas</a:t>
            </a:r>
            <a:r>
              <a:rPr lang="en-US" sz="1548">
                <a:latin typeface="+mn-ea"/>
                <a:cs typeface="Source Sans Pro"/>
                <a:sym typeface="Source Sans Pro"/>
              </a:rPr>
              <a:t>. Donec sed </a:t>
            </a:r>
            <a:r>
              <a:rPr lang="en-US" sz="1548" err="1">
                <a:latin typeface="+mn-ea"/>
                <a:cs typeface="Source Sans Pro"/>
                <a:sym typeface="Source Sans Pro"/>
              </a:rPr>
              <a:t>dignissim</a:t>
            </a:r>
            <a:r>
              <a:rPr lang="en-US" sz="1548">
                <a:latin typeface="+mn-ea"/>
                <a:cs typeface="Source Sans Pro"/>
                <a:sym typeface="Source Sans Pro"/>
              </a:rPr>
              <a:t> </a:t>
            </a:r>
            <a:r>
              <a:rPr lang="en-US" sz="1548" err="1">
                <a:latin typeface="+mn-ea"/>
                <a:cs typeface="Source Sans Pro"/>
                <a:sym typeface="Source Sans Pro"/>
              </a:rPr>
              <a:t>augue</a:t>
            </a:r>
            <a:r>
              <a:rPr lang="en-US" sz="1548">
                <a:latin typeface="+mn-ea"/>
                <a:cs typeface="Source Sans Pro"/>
                <a:sym typeface="Source Sans Pro"/>
              </a:rPr>
              <a:t>. </a:t>
            </a:r>
            <a:r>
              <a:rPr lang="en-US" sz="1548" err="1">
                <a:latin typeface="+mn-ea"/>
                <a:cs typeface="Source Sans Pro"/>
                <a:sym typeface="Source Sans Pro"/>
              </a:rPr>
              <a:t>Suspendisse</a:t>
            </a:r>
            <a:r>
              <a:rPr lang="en-US" sz="1548">
                <a:latin typeface="+mn-ea"/>
                <a:cs typeface="Source Sans Pro"/>
                <a:sym typeface="Source Sans Pro"/>
              </a:rPr>
              <a:t> ac </a:t>
            </a:r>
            <a:r>
              <a:rPr lang="en-US" sz="1548" err="1">
                <a:latin typeface="+mn-ea"/>
                <a:cs typeface="Source Sans Pro"/>
                <a:sym typeface="Source Sans Pro"/>
              </a:rPr>
              <a:t>vulputate</a:t>
            </a:r>
            <a:r>
              <a:rPr lang="en-US" sz="1548">
                <a:latin typeface="+mn-ea"/>
                <a:cs typeface="Source Sans Pro"/>
                <a:sym typeface="Source Sans Pro"/>
              </a:rPr>
              <a:t> </a:t>
            </a:r>
            <a:r>
              <a:rPr lang="en-US" sz="1548" err="1">
                <a:latin typeface="+mn-ea"/>
                <a:cs typeface="Source Sans Pro"/>
                <a:sym typeface="Source Sans Pro"/>
              </a:rPr>
              <a:t>leo</a:t>
            </a:r>
            <a:r>
              <a:rPr lang="en-US" sz="1548">
                <a:latin typeface="+mn-ea"/>
                <a:cs typeface="Source Sans Pro"/>
                <a:sym typeface="Source Sans Pro"/>
              </a:rPr>
              <a:t>. Cras </a:t>
            </a:r>
            <a:r>
              <a:rPr lang="en-US" sz="1548" err="1">
                <a:latin typeface="+mn-ea"/>
                <a:cs typeface="Source Sans Pro"/>
                <a:sym typeface="Source Sans Pro"/>
              </a:rPr>
              <a:t>aliquet</a:t>
            </a:r>
            <a:r>
              <a:rPr lang="en-US" sz="1548">
                <a:latin typeface="+mn-ea"/>
                <a:cs typeface="Source Sans Pro"/>
                <a:sym typeface="Source Sans Pro"/>
              </a:rPr>
              <a:t> nunc ac </a:t>
            </a:r>
            <a:r>
              <a:rPr lang="en-US" sz="1548" err="1">
                <a:latin typeface="+mn-ea"/>
                <a:cs typeface="Source Sans Pro"/>
                <a:sym typeface="Source Sans Pro"/>
              </a:rPr>
              <a:t>velit</a:t>
            </a:r>
            <a:r>
              <a:rPr lang="en-US" sz="1548">
                <a:latin typeface="+mn-ea"/>
                <a:cs typeface="Source Sans Pro"/>
                <a:sym typeface="Source Sans Pro"/>
              </a:rPr>
              <a:t> cursus </a:t>
            </a:r>
            <a:r>
              <a:rPr lang="en-US" sz="1548" err="1">
                <a:latin typeface="+mn-ea"/>
                <a:cs typeface="Source Sans Pro"/>
                <a:sym typeface="Source Sans Pro"/>
              </a:rPr>
              <a:t>viverra</a:t>
            </a:r>
            <a:r>
              <a:rPr lang="en-US" sz="1548">
                <a:latin typeface="+mn-ea"/>
                <a:cs typeface="Source Sans Pro"/>
                <a:sym typeface="Source Sans Pro"/>
              </a:rPr>
              <a:t>. In hac </a:t>
            </a:r>
            <a:r>
              <a:rPr lang="en-US" sz="1548" err="1">
                <a:latin typeface="+mn-ea"/>
                <a:cs typeface="Source Sans Pro"/>
                <a:sym typeface="Source Sans Pro"/>
              </a:rPr>
              <a:t>habitasse</a:t>
            </a:r>
            <a:r>
              <a:rPr lang="en-US" sz="1548">
                <a:latin typeface="+mn-ea"/>
                <a:cs typeface="Source Sans Pro"/>
                <a:sym typeface="Source Sans Pro"/>
              </a:rPr>
              <a:t> </a:t>
            </a:r>
            <a:r>
              <a:rPr lang="en-US" sz="1548" err="1">
                <a:latin typeface="+mn-ea"/>
                <a:cs typeface="Source Sans Pro"/>
                <a:sym typeface="Source Sans Pro"/>
              </a:rPr>
              <a:t>platea</a:t>
            </a:r>
            <a:r>
              <a:rPr lang="en-US" sz="1548">
                <a:latin typeface="+mn-ea"/>
                <a:cs typeface="Source Sans Pro"/>
                <a:sym typeface="Source Sans Pro"/>
              </a:rPr>
              <a:t> </a:t>
            </a:r>
            <a:r>
              <a:rPr lang="en-US" sz="1548" err="1">
                <a:latin typeface="+mn-ea"/>
                <a:cs typeface="Source Sans Pro"/>
                <a:sym typeface="Source Sans Pro"/>
              </a:rPr>
              <a:t>dictumst</a:t>
            </a:r>
            <a:r>
              <a:rPr lang="en-US" sz="1548">
                <a:latin typeface="+mn-ea"/>
                <a:cs typeface="Source Sans Pro"/>
                <a:sym typeface="Source Sans Pro"/>
              </a:rPr>
              <a:t>. Nam </a:t>
            </a:r>
            <a:r>
              <a:rPr lang="en-US" sz="1548" err="1">
                <a:latin typeface="+mn-ea"/>
                <a:cs typeface="Source Sans Pro"/>
                <a:sym typeface="Source Sans Pro"/>
              </a:rPr>
              <a:t>tortor</a:t>
            </a:r>
            <a:r>
              <a:rPr lang="en-US" sz="1548">
                <a:latin typeface="+mn-ea"/>
                <a:cs typeface="Source Sans Pro"/>
                <a:sym typeface="Source Sans Pro"/>
              </a:rPr>
              <a:t> </a:t>
            </a:r>
            <a:r>
              <a:rPr lang="en-US" sz="1548" err="1">
                <a:latin typeface="+mn-ea"/>
                <a:cs typeface="Source Sans Pro"/>
                <a:sym typeface="Source Sans Pro"/>
              </a:rPr>
              <a:t>urna</a:t>
            </a:r>
            <a:r>
              <a:rPr lang="en-US" sz="1548">
                <a:latin typeface="+mn-ea"/>
                <a:cs typeface="Source Sans Pro"/>
                <a:sym typeface="Source Sans Pro"/>
              </a:rPr>
              <a:t>, semper ac </a:t>
            </a:r>
            <a:r>
              <a:rPr lang="en-US" sz="1548" err="1">
                <a:latin typeface="+mn-ea"/>
                <a:cs typeface="Source Sans Pro"/>
                <a:sym typeface="Source Sans Pro"/>
              </a:rPr>
              <a:t>nulla</a:t>
            </a:r>
            <a:r>
              <a:rPr lang="en-US" sz="1548">
                <a:latin typeface="+mn-ea"/>
                <a:cs typeface="Source Sans Pro"/>
                <a:sym typeface="Source Sans Pro"/>
              </a:rPr>
              <a:t> id, </a:t>
            </a:r>
            <a:r>
              <a:rPr lang="en-US" sz="1548" err="1">
                <a:latin typeface="+mn-ea"/>
                <a:cs typeface="Source Sans Pro"/>
                <a:sym typeface="Source Sans Pro"/>
              </a:rPr>
              <a:t>porttitor</a:t>
            </a:r>
            <a:r>
              <a:rPr lang="en-US" sz="1548">
                <a:latin typeface="+mn-ea"/>
                <a:cs typeface="Source Sans Pro"/>
                <a:sym typeface="Source Sans Pro"/>
              </a:rPr>
              <a:t> semper </a:t>
            </a:r>
            <a:r>
              <a:rPr lang="en-US" sz="1548" err="1">
                <a:latin typeface="+mn-ea"/>
                <a:cs typeface="Source Sans Pro"/>
                <a:sym typeface="Source Sans Pro"/>
              </a:rPr>
              <a:t>felis</a:t>
            </a:r>
            <a:r>
              <a:rPr lang="en-US" sz="1548">
                <a:latin typeface="+mn-ea"/>
                <a:cs typeface="Source Sans Pro"/>
                <a:sym typeface="Source Sans Pro"/>
              </a:rPr>
              <a:t>. </a:t>
            </a:r>
            <a:r>
              <a:rPr lang="en-US" sz="1548" err="1">
                <a:latin typeface="+mn-ea"/>
                <a:cs typeface="Source Sans Pro"/>
                <a:sym typeface="Source Sans Pro"/>
              </a:rPr>
              <a:t>Phasellus</a:t>
            </a:r>
            <a:r>
              <a:rPr lang="en-US" sz="1548">
                <a:latin typeface="+mn-ea"/>
                <a:cs typeface="Source Sans Pro"/>
                <a:sym typeface="Source Sans Pro"/>
              </a:rPr>
              <a:t> </a:t>
            </a:r>
            <a:r>
              <a:rPr lang="en-US" sz="1548" err="1">
                <a:latin typeface="+mn-ea"/>
                <a:cs typeface="Source Sans Pro"/>
                <a:sym typeface="Source Sans Pro"/>
              </a:rPr>
              <a:t>blandit</a:t>
            </a:r>
            <a:r>
              <a:rPr lang="en-US" sz="1548">
                <a:latin typeface="+mn-ea"/>
                <a:cs typeface="Source Sans Pro"/>
                <a:sym typeface="Source Sans Pro"/>
              </a:rPr>
              <a:t> eros </a:t>
            </a:r>
            <a:r>
              <a:rPr lang="en-US" sz="1548" err="1">
                <a:latin typeface="+mn-ea"/>
                <a:cs typeface="Source Sans Pro"/>
                <a:sym typeface="Source Sans Pro"/>
              </a:rPr>
              <a:t>viverra</a:t>
            </a:r>
            <a:r>
              <a:rPr lang="en-US" sz="1548">
                <a:latin typeface="+mn-ea"/>
                <a:cs typeface="Source Sans Pro"/>
                <a:sym typeface="Source Sans Pro"/>
              </a:rPr>
              <a:t>, </a:t>
            </a:r>
            <a:r>
              <a:rPr lang="en-US" sz="1548" err="1">
                <a:latin typeface="+mn-ea"/>
                <a:cs typeface="Source Sans Pro"/>
                <a:sym typeface="Source Sans Pro"/>
              </a:rPr>
              <a:t>ultricies</a:t>
            </a:r>
            <a:r>
              <a:rPr lang="en-US" sz="1548">
                <a:latin typeface="+mn-ea"/>
                <a:cs typeface="Source Sans Pro"/>
                <a:sym typeface="Source Sans Pro"/>
              </a:rPr>
              <a:t> </a:t>
            </a:r>
            <a:r>
              <a:rPr lang="en-US" sz="1548" err="1">
                <a:latin typeface="+mn-ea"/>
                <a:cs typeface="Source Sans Pro"/>
                <a:sym typeface="Source Sans Pro"/>
              </a:rPr>
              <a:t>nibh</a:t>
            </a:r>
            <a:r>
              <a:rPr lang="en-US" sz="1548">
                <a:latin typeface="+mn-ea"/>
                <a:cs typeface="Source Sans Pro"/>
                <a:sym typeface="Source Sans Pro"/>
              </a:rPr>
              <a:t> nec, </a:t>
            </a:r>
            <a:r>
              <a:rPr lang="en-US" sz="1548" err="1">
                <a:latin typeface="+mn-ea"/>
                <a:cs typeface="Source Sans Pro"/>
                <a:sym typeface="Source Sans Pro"/>
              </a:rPr>
              <a:t>viverra</a:t>
            </a:r>
            <a:r>
              <a:rPr lang="en-US" sz="1548">
                <a:latin typeface="+mn-ea"/>
                <a:cs typeface="Source Sans Pro"/>
                <a:sym typeface="Source Sans Pro"/>
              </a:rPr>
              <a:t> ipsum. Ut nec gravida </a:t>
            </a:r>
            <a:r>
              <a:rPr lang="en-US" sz="1548" err="1">
                <a:latin typeface="+mn-ea"/>
                <a:cs typeface="Source Sans Pro"/>
                <a:sym typeface="Source Sans Pro"/>
              </a:rPr>
              <a:t>massa</a:t>
            </a:r>
            <a:r>
              <a:rPr lang="en-US" sz="1548">
                <a:latin typeface="+mn-ea"/>
                <a:cs typeface="Source Sans Pro"/>
                <a:sym typeface="Source Sans Pro"/>
              </a:rPr>
              <a:t>, </a:t>
            </a:r>
            <a:r>
              <a:rPr lang="en-US" sz="1548" err="1">
                <a:latin typeface="+mn-ea"/>
                <a:cs typeface="Source Sans Pro"/>
                <a:sym typeface="Source Sans Pro"/>
              </a:rPr>
              <a:t>eu</a:t>
            </a:r>
            <a:r>
              <a:rPr lang="en-US" sz="1548">
                <a:latin typeface="+mn-ea"/>
                <a:cs typeface="Source Sans Pro"/>
                <a:sym typeface="Source Sans Pro"/>
              </a:rPr>
              <a:t> convallis est.</a:t>
            </a:r>
          </a:p>
        </p:txBody>
      </p:sp>
      <p:grpSp>
        <p:nvGrpSpPr>
          <p:cNvPr id="68" name="Group 13">
            <a:extLst>
              <a:ext uri="{FF2B5EF4-FFF2-40B4-BE49-F238E27FC236}">
                <a16:creationId xmlns:a16="http://schemas.microsoft.com/office/drawing/2014/main" id="{8D2DD006-27D9-1846-9D92-DBC3D94D075A}"/>
              </a:ext>
            </a:extLst>
          </p:cNvPr>
          <p:cNvGrpSpPr/>
          <p:nvPr/>
        </p:nvGrpSpPr>
        <p:grpSpPr>
          <a:xfrm>
            <a:off x="768096" y="0"/>
            <a:ext cx="13576808" cy="11512001"/>
            <a:chOff x="0" y="-57150"/>
            <a:chExt cx="2167467" cy="765326"/>
          </a:xfrm>
        </p:grpSpPr>
        <p:sp>
          <p:nvSpPr>
            <p:cNvPr id="76" name="Freeform 14">
              <a:extLst>
                <a:ext uri="{FF2B5EF4-FFF2-40B4-BE49-F238E27FC236}">
                  <a16:creationId xmlns:a16="http://schemas.microsoft.com/office/drawing/2014/main" id="{FCECE70D-381F-B959-FD32-F0E0C6B00130}"/>
                </a:ext>
              </a:extLst>
            </p:cNvPr>
            <p:cNvSpPr/>
            <p:nvPr/>
          </p:nvSpPr>
          <p:spPr>
            <a:xfrm>
              <a:off x="0" y="0"/>
              <a:ext cx="2167467" cy="708176"/>
            </a:xfrm>
            <a:custGeom>
              <a:avLst/>
              <a:gdLst/>
              <a:ahLst/>
              <a:cxnLst/>
              <a:rect l="l" t="t" r="r" b="b"/>
              <a:pathLst>
                <a:path w="2167467" h="708176">
                  <a:moveTo>
                    <a:pt x="21121" y="0"/>
                  </a:moveTo>
                  <a:lnTo>
                    <a:pt x="2146345" y="0"/>
                  </a:lnTo>
                  <a:cubicBezTo>
                    <a:pt x="2158010" y="0"/>
                    <a:pt x="2167467" y="9456"/>
                    <a:pt x="2167467" y="21121"/>
                  </a:cubicBezTo>
                  <a:lnTo>
                    <a:pt x="2167467" y="687054"/>
                  </a:lnTo>
                  <a:cubicBezTo>
                    <a:pt x="2167467" y="698719"/>
                    <a:pt x="2158010" y="708176"/>
                    <a:pt x="2146345" y="708176"/>
                  </a:cubicBezTo>
                  <a:lnTo>
                    <a:pt x="21121" y="708176"/>
                  </a:lnTo>
                  <a:cubicBezTo>
                    <a:pt x="9456" y="708176"/>
                    <a:pt x="0" y="698719"/>
                    <a:pt x="0" y="687054"/>
                  </a:cubicBezTo>
                  <a:lnTo>
                    <a:pt x="0" y="21121"/>
                  </a:lnTo>
                  <a:cubicBezTo>
                    <a:pt x="0" y="9456"/>
                    <a:pt x="9456" y="0"/>
                    <a:pt x="21121" y="0"/>
                  </a:cubicBezTo>
                  <a:close/>
                </a:path>
              </a:pathLst>
            </a:custGeom>
            <a:solidFill>
              <a:schemeClr val="accent1">
                <a:lumMod val="40000"/>
                <a:lumOff val="60000"/>
              </a:schemeClr>
            </a:solidFill>
          </p:spPr>
          <p:txBody>
            <a:bodyPr/>
            <a:lstStyle/>
            <a:p>
              <a:endParaRPr lang="ja-JP" altLang="en-US" sz="2800">
                <a:latin typeface="HG丸ｺﾞｼｯｸM-PRO" panose="020F0600000000000000" pitchFamily="50" charset="-128"/>
                <a:ea typeface="HG丸ｺﾞｼｯｸM-PRO" panose="020F0600000000000000" pitchFamily="50" charset="-128"/>
              </a:endParaRPr>
            </a:p>
          </p:txBody>
        </p:sp>
        <p:sp>
          <p:nvSpPr>
            <p:cNvPr id="77" name="TextBox 15">
              <a:extLst>
                <a:ext uri="{FF2B5EF4-FFF2-40B4-BE49-F238E27FC236}">
                  <a16:creationId xmlns:a16="http://schemas.microsoft.com/office/drawing/2014/main" id="{4EADC7A9-BA0E-4D2B-3140-0F9671819AFD}"/>
                </a:ext>
              </a:extLst>
            </p:cNvPr>
            <p:cNvSpPr txBox="1"/>
            <p:nvPr/>
          </p:nvSpPr>
          <p:spPr>
            <a:xfrm>
              <a:off x="0" y="-57150"/>
              <a:ext cx="2167467" cy="765326"/>
            </a:xfrm>
            <a:prstGeom prst="rect">
              <a:avLst/>
            </a:prstGeom>
          </p:spPr>
          <p:txBody>
            <a:bodyPr lIns="50800" tIns="50800" rIns="50800" bIns="50800" rtlCol="0" anchor="ctr"/>
            <a:lstStyle/>
            <a:p>
              <a:pPr algn="ctr">
                <a:lnSpc>
                  <a:spcPts val="4060"/>
                </a:lnSpc>
                <a:spcBef>
                  <a:spcPct val="0"/>
                </a:spcBef>
              </a:pPr>
              <a:endParaRPr sz="2800">
                <a:latin typeface="HG丸ｺﾞｼｯｸM-PRO" panose="020F0600000000000000" pitchFamily="50" charset="-128"/>
                <a:ea typeface="HG丸ｺﾞｼｯｸM-PRO" panose="020F0600000000000000" pitchFamily="50" charset="-128"/>
              </a:endParaRPr>
            </a:p>
          </p:txBody>
        </p:sp>
      </p:grpSp>
      <p:grpSp>
        <p:nvGrpSpPr>
          <p:cNvPr id="69" name="Group 16">
            <a:extLst>
              <a:ext uri="{FF2B5EF4-FFF2-40B4-BE49-F238E27FC236}">
                <a16:creationId xmlns:a16="http://schemas.microsoft.com/office/drawing/2014/main" id="{86F9EFF0-B932-029C-1C02-A56097B8B6B8}"/>
              </a:ext>
            </a:extLst>
          </p:cNvPr>
          <p:cNvGrpSpPr/>
          <p:nvPr/>
        </p:nvGrpSpPr>
        <p:grpSpPr>
          <a:xfrm>
            <a:off x="1265416" y="69963"/>
            <a:ext cx="3808950" cy="1182391"/>
            <a:chOff x="0" y="-57150"/>
            <a:chExt cx="2167467" cy="158595"/>
          </a:xfrm>
        </p:grpSpPr>
        <p:sp>
          <p:nvSpPr>
            <p:cNvPr id="74" name="Freeform 17">
              <a:extLst>
                <a:ext uri="{FF2B5EF4-FFF2-40B4-BE49-F238E27FC236}">
                  <a16:creationId xmlns:a16="http://schemas.microsoft.com/office/drawing/2014/main" id="{EFEAA560-4E1D-8796-3109-32FE44186813}"/>
                </a:ext>
              </a:extLst>
            </p:cNvPr>
            <p:cNvSpPr/>
            <p:nvPr/>
          </p:nvSpPr>
          <p:spPr>
            <a:xfrm>
              <a:off x="0" y="0"/>
              <a:ext cx="2167467" cy="101445"/>
            </a:xfrm>
            <a:custGeom>
              <a:avLst/>
              <a:gdLst/>
              <a:ahLst/>
              <a:cxnLst/>
              <a:rect l="l" t="t" r="r" b="b"/>
              <a:pathLst>
                <a:path w="2167467" h="101445">
                  <a:moveTo>
                    <a:pt x="8961" y="0"/>
                  </a:moveTo>
                  <a:lnTo>
                    <a:pt x="2158506" y="0"/>
                  </a:lnTo>
                  <a:cubicBezTo>
                    <a:pt x="2163455" y="0"/>
                    <a:pt x="2167467" y="4012"/>
                    <a:pt x="2167467" y="8961"/>
                  </a:cubicBezTo>
                  <a:lnTo>
                    <a:pt x="2167467" y="92484"/>
                  </a:lnTo>
                  <a:cubicBezTo>
                    <a:pt x="2167467" y="97433"/>
                    <a:pt x="2163455" y="101445"/>
                    <a:pt x="2158506" y="101445"/>
                  </a:cubicBezTo>
                  <a:lnTo>
                    <a:pt x="8961" y="101445"/>
                  </a:lnTo>
                  <a:cubicBezTo>
                    <a:pt x="4012" y="101445"/>
                    <a:pt x="0" y="97433"/>
                    <a:pt x="0" y="92484"/>
                  </a:cubicBezTo>
                  <a:lnTo>
                    <a:pt x="0" y="8961"/>
                  </a:lnTo>
                  <a:cubicBezTo>
                    <a:pt x="0" y="4012"/>
                    <a:pt x="4012" y="0"/>
                    <a:pt x="8961" y="0"/>
                  </a:cubicBezTo>
                  <a:close/>
                </a:path>
              </a:pathLst>
            </a:custGeom>
            <a:solidFill>
              <a:srgbClr val="E0DFD8"/>
            </a:solidFill>
          </p:spPr>
          <p:txBody>
            <a:bodyPr/>
            <a:lstStyle/>
            <a:p>
              <a:endParaRPr lang="ja-JP" altLang="en-US">
                <a:latin typeface="+mn-ea"/>
              </a:endParaRPr>
            </a:p>
          </p:txBody>
        </p:sp>
        <p:sp>
          <p:nvSpPr>
            <p:cNvPr id="75" name="TextBox 18">
              <a:extLst>
                <a:ext uri="{FF2B5EF4-FFF2-40B4-BE49-F238E27FC236}">
                  <a16:creationId xmlns:a16="http://schemas.microsoft.com/office/drawing/2014/main" id="{6CD99307-72B3-5F92-A061-DBF20C3A5D92}"/>
                </a:ext>
              </a:extLst>
            </p:cNvPr>
            <p:cNvSpPr txBox="1"/>
            <p:nvPr/>
          </p:nvSpPr>
          <p:spPr>
            <a:xfrm>
              <a:off x="0" y="-57150"/>
              <a:ext cx="2167467" cy="158595"/>
            </a:xfrm>
            <a:prstGeom prst="rect">
              <a:avLst/>
            </a:prstGeom>
          </p:spPr>
          <p:txBody>
            <a:bodyPr lIns="50800" tIns="50800" rIns="50800" bIns="50800" rtlCol="0" anchor="ctr"/>
            <a:lstStyle/>
            <a:p>
              <a:pPr algn="ctr">
                <a:lnSpc>
                  <a:spcPts val="4060"/>
                </a:lnSpc>
                <a:spcBef>
                  <a:spcPct val="0"/>
                </a:spcBef>
              </a:pPr>
              <a:endParaRPr>
                <a:latin typeface="+mn-ea"/>
              </a:endParaRPr>
            </a:p>
          </p:txBody>
        </p:sp>
      </p:grpSp>
      <p:sp>
        <p:nvSpPr>
          <p:cNvPr id="71" name="TextBox 50">
            <a:extLst>
              <a:ext uri="{FF2B5EF4-FFF2-40B4-BE49-F238E27FC236}">
                <a16:creationId xmlns:a16="http://schemas.microsoft.com/office/drawing/2014/main" id="{2D12AC2C-FDCC-D55D-8903-4C22D593BAC2}"/>
              </a:ext>
            </a:extLst>
          </p:cNvPr>
          <p:cNvSpPr txBox="1"/>
          <p:nvPr/>
        </p:nvSpPr>
        <p:spPr>
          <a:xfrm>
            <a:off x="1511838" y="618187"/>
            <a:ext cx="3217351" cy="595741"/>
          </a:xfrm>
          <a:prstGeom prst="rect">
            <a:avLst/>
          </a:prstGeom>
        </p:spPr>
        <p:txBody>
          <a:bodyPr lIns="0" tIns="0" rIns="0" bIns="0" rtlCol="0" anchor="t">
            <a:spAutoFit/>
          </a:bodyPr>
          <a:lstStyle/>
          <a:p>
            <a:pPr algn="ctr">
              <a:lnSpc>
                <a:spcPts val="4913"/>
              </a:lnSpc>
            </a:pPr>
            <a:r>
              <a:rPr lang="ja-JP" altLang="en-US" sz="3600" b="1" dirty="0">
                <a:latin typeface="+mn-ea"/>
                <a:cs typeface="Fredoka"/>
                <a:sym typeface="Fredoka"/>
              </a:rPr>
              <a:t>体験の流れ</a:t>
            </a:r>
            <a:endParaRPr lang="en-US" sz="3600" b="1" dirty="0">
              <a:latin typeface="+mn-ea"/>
              <a:cs typeface="Fredoka"/>
              <a:sym typeface="Fredoka"/>
            </a:endParaRPr>
          </a:p>
        </p:txBody>
      </p:sp>
      <p:sp>
        <p:nvSpPr>
          <p:cNvPr id="72" name="TextBox 53">
            <a:extLst>
              <a:ext uri="{FF2B5EF4-FFF2-40B4-BE49-F238E27FC236}">
                <a16:creationId xmlns:a16="http://schemas.microsoft.com/office/drawing/2014/main" id="{4AF394A4-3B35-1708-0749-A8CFE6577DC9}"/>
              </a:ext>
            </a:extLst>
          </p:cNvPr>
          <p:cNvSpPr txBox="1"/>
          <p:nvPr/>
        </p:nvSpPr>
        <p:spPr>
          <a:xfrm>
            <a:off x="-3800665" y="5259294"/>
            <a:ext cx="3434906" cy="4770858"/>
          </a:xfrm>
          <a:prstGeom prst="rect">
            <a:avLst/>
          </a:prstGeom>
        </p:spPr>
        <p:txBody>
          <a:bodyPr wrap="square" lIns="0" tIns="0" rIns="0" bIns="0" rtlCol="0" anchor="t">
            <a:spAutoFit/>
          </a:bodyPr>
          <a:lstStyle/>
          <a:p>
            <a:pPr algn="just">
              <a:lnSpc>
                <a:spcPts val="2168"/>
              </a:lnSpc>
            </a:pPr>
            <a:r>
              <a:rPr lang="en-US" sz="1548">
                <a:latin typeface="+mn-ea"/>
                <a:cs typeface="Source Sans Pro"/>
                <a:sym typeface="Source Sans Pro"/>
              </a:rPr>
              <a:t>Lorem ipsum dolor sit </a:t>
            </a:r>
            <a:r>
              <a:rPr lang="en-US" sz="1548" err="1">
                <a:latin typeface="+mn-ea"/>
                <a:cs typeface="Source Sans Pro"/>
                <a:sym typeface="Source Sans Pro"/>
              </a:rPr>
              <a:t>amet</a:t>
            </a:r>
            <a:r>
              <a:rPr lang="en-US" sz="1548">
                <a:latin typeface="+mn-ea"/>
                <a:cs typeface="Source Sans Pro"/>
                <a:sym typeface="Source Sans Pro"/>
              </a:rPr>
              <a:t>, </a:t>
            </a:r>
            <a:r>
              <a:rPr lang="en-US" sz="1548" err="1">
                <a:latin typeface="+mn-ea"/>
                <a:cs typeface="Source Sans Pro"/>
                <a:sym typeface="Source Sans Pro"/>
              </a:rPr>
              <a:t>consectetur</a:t>
            </a:r>
            <a:r>
              <a:rPr lang="en-US" sz="1548">
                <a:latin typeface="+mn-ea"/>
                <a:cs typeface="Source Sans Pro"/>
                <a:sym typeface="Source Sans Pro"/>
              </a:rPr>
              <a:t> </a:t>
            </a:r>
            <a:r>
              <a:rPr lang="en-US" sz="1548" err="1">
                <a:latin typeface="+mn-ea"/>
                <a:cs typeface="Source Sans Pro"/>
                <a:sym typeface="Source Sans Pro"/>
              </a:rPr>
              <a:t>adipiscing</a:t>
            </a:r>
            <a:r>
              <a:rPr lang="en-US" sz="1548">
                <a:latin typeface="+mn-ea"/>
                <a:cs typeface="Source Sans Pro"/>
                <a:sym typeface="Source Sans Pro"/>
              </a:rPr>
              <a:t> </a:t>
            </a:r>
            <a:r>
              <a:rPr lang="en-US" sz="1548" err="1">
                <a:latin typeface="+mn-ea"/>
                <a:cs typeface="Source Sans Pro"/>
                <a:sym typeface="Source Sans Pro"/>
              </a:rPr>
              <a:t>elit</a:t>
            </a:r>
            <a:r>
              <a:rPr lang="en-US" sz="1548">
                <a:latin typeface="+mn-ea"/>
                <a:cs typeface="Source Sans Pro"/>
                <a:sym typeface="Source Sans Pro"/>
              </a:rPr>
              <a:t>. </a:t>
            </a:r>
            <a:r>
              <a:rPr lang="en-US" sz="1548" err="1">
                <a:latin typeface="+mn-ea"/>
                <a:cs typeface="Source Sans Pro"/>
                <a:sym typeface="Source Sans Pro"/>
              </a:rPr>
              <a:t>Quisque</a:t>
            </a:r>
            <a:r>
              <a:rPr lang="en-US" sz="1548">
                <a:latin typeface="+mn-ea"/>
                <a:cs typeface="Source Sans Pro"/>
                <a:sym typeface="Source Sans Pro"/>
              </a:rPr>
              <a:t> non </a:t>
            </a:r>
            <a:r>
              <a:rPr lang="en-US" sz="1548" err="1">
                <a:latin typeface="+mn-ea"/>
                <a:cs typeface="Source Sans Pro"/>
                <a:sym typeface="Source Sans Pro"/>
              </a:rPr>
              <a:t>elit</a:t>
            </a:r>
            <a:r>
              <a:rPr lang="en-US" sz="1548">
                <a:latin typeface="+mn-ea"/>
                <a:cs typeface="Source Sans Pro"/>
                <a:sym typeface="Source Sans Pro"/>
              </a:rPr>
              <a:t> </a:t>
            </a:r>
            <a:r>
              <a:rPr lang="en-US" sz="1548" err="1">
                <a:latin typeface="+mn-ea"/>
                <a:cs typeface="Source Sans Pro"/>
                <a:sym typeface="Source Sans Pro"/>
              </a:rPr>
              <a:t>mauris</a:t>
            </a:r>
            <a:r>
              <a:rPr lang="en-US" sz="1548">
                <a:latin typeface="+mn-ea"/>
                <a:cs typeface="Source Sans Pro"/>
                <a:sym typeface="Source Sans Pro"/>
              </a:rPr>
              <a:t>. Cras </a:t>
            </a:r>
            <a:r>
              <a:rPr lang="en-US" sz="1548" err="1">
                <a:latin typeface="+mn-ea"/>
                <a:cs typeface="Source Sans Pro"/>
                <a:sym typeface="Source Sans Pro"/>
              </a:rPr>
              <a:t>euismod</a:t>
            </a:r>
            <a:r>
              <a:rPr lang="en-US" sz="1548">
                <a:latin typeface="+mn-ea"/>
                <a:cs typeface="Source Sans Pro"/>
                <a:sym typeface="Source Sans Pro"/>
              </a:rPr>
              <a:t>, </a:t>
            </a:r>
            <a:r>
              <a:rPr lang="en-US" sz="1548" err="1">
                <a:latin typeface="+mn-ea"/>
                <a:cs typeface="Source Sans Pro"/>
                <a:sym typeface="Source Sans Pro"/>
              </a:rPr>
              <a:t>metus</a:t>
            </a:r>
            <a:r>
              <a:rPr lang="en-US" sz="1548">
                <a:latin typeface="+mn-ea"/>
                <a:cs typeface="Source Sans Pro"/>
                <a:sym typeface="Source Sans Pro"/>
              </a:rPr>
              <a:t> ac </a:t>
            </a:r>
            <a:r>
              <a:rPr lang="en-US" sz="1548" err="1">
                <a:latin typeface="+mn-ea"/>
                <a:cs typeface="Source Sans Pro"/>
                <a:sym typeface="Source Sans Pro"/>
              </a:rPr>
              <a:t>finibus</a:t>
            </a:r>
            <a:r>
              <a:rPr lang="en-US" sz="1548">
                <a:latin typeface="+mn-ea"/>
                <a:cs typeface="Source Sans Pro"/>
                <a:sym typeface="Source Sans Pro"/>
              </a:rPr>
              <a:t> </a:t>
            </a:r>
            <a:r>
              <a:rPr lang="en-US" sz="1548" err="1">
                <a:latin typeface="+mn-ea"/>
                <a:cs typeface="Source Sans Pro"/>
                <a:sym typeface="Source Sans Pro"/>
              </a:rPr>
              <a:t>finibus</a:t>
            </a:r>
            <a:r>
              <a:rPr lang="en-US" sz="1548">
                <a:latin typeface="+mn-ea"/>
                <a:cs typeface="Source Sans Pro"/>
                <a:sym typeface="Source Sans Pro"/>
              </a:rPr>
              <a:t>, </a:t>
            </a:r>
            <a:r>
              <a:rPr lang="en-US" sz="1548" err="1">
                <a:latin typeface="+mn-ea"/>
                <a:cs typeface="Source Sans Pro"/>
                <a:sym typeface="Source Sans Pro"/>
              </a:rPr>
              <a:t>felis</a:t>
            </a:r>
            <a:r>
              <a:rPr lang="en-US" sz="1548">
                <a:latin typeface="+mn-ea"/>
                <a:cs typeface="Source Sans Pro"/>
                <a:sym typeface="Source Sans Pro"/>
              </a:rPr>
              <a:t> dui </a:t>
            </a:r>
            <a:r>
              <a:rPr lang="en-US" sz="1548" err="1">
                <a:latin typeface="+mn-ea"/>
                <a:cs typeface="Source Sans Pro"/>
                <a:sym typeface="Source Sans Pro"/>
              </a:rPr>
              <a:t>suscipit</a:t>
            </a:r>
            <a:r>
              <a:rPr lang="en-US" sz="1548">
                <a:latin typeface="+mn-ea"/>
                <a:cs typeface="Source Sans Pro"/>
                <a:sym typeface="Source Sans Pro"/>
              </a:rPr>
              <a:t> </a:t>
            </a:r>
            <a:r>
              <a:rPr lang="en-US" sz="1548" err="1">
                <a:latin typeface="+mn-ea"/>
                <a:cs typeface="Source Sans Pro"/>
                <a:sym typeface="Source Sans Pro"/>
              </a:rPr>
              <a:t>purus</a:t>
            </a:r>
            <a:r>
              <a:rPr lang="en-US" sz="1548">
                <a:latin typeface="+mn-ea"/>
                <a:cs typeface="Source Sans Pro"/>
                <a:sym typeface="Source Sans Pro"/>
              </a:rPr>
              <a:t>, a maximus </a:t>
            </a:r>
            <a:r>
              <a:rPr lang="en-US" sz="1548" err="1">
                <a:latin typeface="+mn-ea"/>
                <a:cs typeface="Source Sans Pro"/>
                <a:sym typeface="Source Sans Pro"/>
              </a:rPr>
              <a:t>leo</a:t>
            </a:r>
            <a:r>
              <a:rPr lang="en-US" sz="1548">
                <a:latin typeface="+mn-ea"/>
                <a:cs typeface="Source Sans Pro"/>
                <a:sym typeface="Source Sans Pro"/>
              </a:rPr>
              <a:t> ligula at dolor. Morbi et </a:t>
            </a:r>
            <a:r>
              <a:rPr lang="en-US" sz="1548" err="1">
                <a:latin typeface="+mn-ea"/>
                <a:cs typeface="Source Sans Pro"/>
                <a:sym typeface="Source Sans Pro"/>
              </a:rPr>
              <a:t>malesuada</a:t>
            </a:r>
            <a:r>
              <a:rPr lang="en-US" sz="1548">
                <a:latin typeface="+mn-ea"/>
                <a:cs typeface="Source Sans Pro"/>
                <a:sym typeface="Source Sans Pro"/>
              </a:rPr>
              <a:t> </a:t>
            </a:r>
            <a:r>
              <a:rPr lang="en-US" sz="1548" err="1">
                <a:latin typeface="+mn-ea"/>
                <a:cs typeface="Source Sans Pro"/>
                <a:sym typeface="Source Sans Pro"/>
              </a:rPr>
              <a:t>purus</a:t>
            </a:r>
            <a:r>
              <a:rPr lang="en-US" sz="1548">
                <a:latin typeface="+mn-ea"/>
                <a:cs typeface="Source Sans Pro"/>
                <a:sym typeface="Source Sans Pro"/>
              </a:rPr>
              <a:t>. </a:t>
            </a:r>
            <a:r>
              <a:rPr lang="en-US" sz="1548" err="1">
                <a:latin typeface="+mn-ea"/>
                <a:cs typeface="Source Sans Pro"/>
                <a:sym typeface="Source Sans Pro"/>
              </a:rPr>
              <a:t>Phasellus</a:t>
            </a:r>
            <a:r>
              <a:rPr lang="en-US" sz="1548">
                <a:latin typeface="+mn-ea"/>
                <a:cs typeface="Source Sans Pro"/>
                <a:sym typeface="Source Sans Pro"/>
              </a:rPr>
              <a:t> a </a:t>
            </a:r>
            <a:r>
              <a:rPr lang="en-US" sz="1548" err="1">
                <a:latin typeface="+mn-ea"/>
                <a:cs typeface="Source Sans Pro"/>
                <a:sym typeface="Source Sans Pro"/>
              </a:rPr>
              <a:t>lacus</a:t>
            </a:r>
            <a:r>
              <a:rPr lang="en-US" sz="1548">
                <a:latin typeface="+mn-ea"/>
                <a:cs typeface="Source Sans Pro"/>
                <a:sym typeface="Source Sans Pro"/>
              </a:rPr>
              <a:t> sit </a:t>
            </a:r>
            <a:r>
              <a:rPr lang="en-US" sz="1548" err="1">
                <a:latin typeface="+mn-ea"/>
                <a:cs typeface="Source Sans Pro"/>
                <a:sym typeface="Source Sans Pro"/>
              </a:rPr>
              <a:t>amet</a:t>
            </a:r>
            <a:r>
              <a:rPr lang="en-US" sz="1548">
                <a:latin typeface="+mn-ea"/>
                <a:cs typeface="Source Sans Pro"/>
                <a:sym typeface="Source Sans Pro"/>
              </a:rPr>
              <a:t> </a:t>
            </a:r>
            <a:r>
              <a:rPr lang="en-US" sz="1548" err="1">
                <a:latin typeface="+mn-ea"/>
                <a:cs typeface="Source Sans Pro"/>
                <a:sym typeface="Source Sans Pro"/>
              </a:rPr>
              <a:t>urna</a:t>
            </a:r>
            <a:r>
              <a:rPr lang="en-US" sz="1548">
                <a:latin typeface="+mn-ea"/>
                <a:cs typeface="Source Sans Pro"/>
                <a:sym typeface="Source Sans Pro"/>
              </a:rPr>
              <a:t> </a:t>
            </a:r>
            <a:r>
              <a:rPr lang="en-US" sz="1548" err="1">
                <a:latin typeface="+mn-ea"/>
                <a:cs typeface="Source Sans Pro"/>
                <a:sym typeface="Source Sans Pro"/>
              </a:rPr>
              <a:t>tempor</a:t>
            </a:r>
            <a:r>
              <a:rPr lang="en-US" sz="1548">
                <a:latin typeface="+mn-ea"/>
                <a:cs typeface="Source Sans Pro"/>
                <a:sym typeface="Source Sans Pro"/>
              </a:rPr>
              <a:t> </a:t>
            </a:r>
            <a:r>
              <a:rPr lang="en-US" sz="1548" err="1">
                <a:latin typeface="+mn-ea"/>
                <a:cs typeface="Source Sans Pro"/>
                <a:sym typeface="Source Sans Pro"/>
              </a:rPr>
              <a:t>sollicitudin</a:t>
            </a:r>
            <a:r>
              <a:rPr lang="en-US" sz="1548">
                <a:latin typeface="+mn-ea"/>
                <a:cs typeface="Source Sans Pro"/>
                <a:sym typeface="Source Sans Pro"/>
              </a:rPr>
              <a:t>. Cras </a:t>
            </a:r>
            <a:r>
              <a:rPr lang="en-US" sz="1548" err="1">
                <a:latin typeface="+mn-ea"/>
                <a:cs typeface="Source Sans Pro"/>
                <a:sym typeface="Source Sans Pro"/>
              </a:rPr>
              <a:t>pretium</a:t>
            </a:r>
            <a:r>
              <a:rPr lang="en-US" sz="1548">
                <a:latin typeface="+mn-ea"/>
                <a:cs typeface="Source Sans Pro"/>
                <a:sym typeface="Source Sans Pro"/>
              </a:rPr>
              <a:t> </a:t>
            </a:r>
            <a:r>
              <a:rPr lang="en-US" sz="1548" err="1">
                <a:latin typeface="+mn-ea"/>
                <a:cs typeface="Source Sans Pro"/>
                <a:sym typeface="Source Sans Pro"/>
              </a:rPr>
              <a:t>tempor</a:t>
            </a:r>
            <a:r>
              <a:rPr lang="en-US" sz="1548">
                <a:latin typeface="+mn-ea"/>
                <a:cs typeface="Source Sans Pro"/>
                <a:sym typeface="Source Sans Pro"/>
              </a:rPr>
              <a:t> </a:t>
            </a:r>
            <a:r>
              <a:rPr lang="en-US" sz="1548" err="1">
                <a:latin typeface="+mn-ea"/>
                <a:cs typeface="Source Sans Pro"/>
                <a:sym typeface="Source Sans Pro"/>
              </a:rPr>
              <a:t>elit</a:t>
            </a:r>
            <a:r>
              <a:rPr lang="en-US" sz="1548">
                <a:latin typeface="+mn-ea"/>
                <a:cs typeface="Source Sans Pro"/>
                <a:sym typeface="Source Sans Pro"/>
              </a:rPr>
              <a:t> </a:t>
            </a:r>
            <a:r>
              <a:rPr lang="en-US" sz="1548" err="1">
                <a:latin typeface="+mn-ea"/>
                <a:cs typeface="Source Sans Pro"/>
                <a:sym typeface="Source Sans Pro"/>
              </a:rPr>
              <a:t>blandit</a:t>
            </a:r>
            <a:r>
              <a:rPr lang="en-US" sz="1548">
                <a:latin typeface="+mn-ea"/>
                <a:cs typeface="Source Sans Pro"/>
                <a:sym typeface="Source Sans Pro"/>
              </a:rPr>
              <a:t> </a:t>
            </a:r>
            <a:r>
              <a:rPr lang="en-US" sz="1548" err="1">
                <a:latin typeface="+mn-ea"/>
                <a:cs typeface="Source Sans Pro"/>
                <a:sym typeface="Source Sans Pro"/>
              </a:rPr>
              <a:t>egestas</a:t>
            </a:r>
            <a:r>
              <a:rPr lang="en-US" sz="1548">
                <a:latin typeface="+mn-ea"/>
                <a:cs typeface="Source Sans Pro"/>
                <a:sym typeface="Source Sans Pro"/>
              </a:rPr>
              <a:t>. Donec sed </a:t>
            </a:r>
            <a:r>
              <a:rPr lang="en-US" sz="1548" err="1">
                <a:latin typeface="+mn-ea"/>
                <a:cs typeface="Source Sans Pro"/>
                <a:sym typeface="Source Sans Pro"/>
              </a:rPr>
              <a:t>dignissim</a:t>
            </a:r>
            <a:r>
              <a:rPr lang="en-US" sz="1548">
                <a:latin typeface="+mn-ea"/>
                <a:cs typeface="Source Sans Pro"/>
                <a:sym typeface="Source Sans Pro"/>
              </a:rPr>
              <a:t> </a:t>
            </a:r>
            <a:r>
              <a:rPr lang="en-US" sz="1548" err="1">
                <a:latin typeface="+mn-ea"/>
                <a:cs typeface="Source Sans Pro"/>
                <a:sym typeface="Source Sans Pro"/>
              </a:rPr>
              <a:t>augue</a:t>
            </a:r>
            <a:r>
              <a:rPr lang="en-US" sz="1548">
                <a:latin typeface="+mn-ea"/>
                <a:cs typeface="Source Sans Pro"/>
                <a:sym typeface="Source Sans Pro"/>
              </a:rPr>
              <a:t>. </a:t>
            </a:r>
            <a:r>
              <a:rPr lang="en-US" sz="1548" err="1">
                <a:latin typeface="+mn-ea"/>
                <a:cs typeface="Source Sans Pro"/>
                <a:sym typeface="Source Sans Pro"/>
              </a:rPr>
              <a:t>Suspendisse</a:t>
            </a:r>
            <a:r>
              <a:rPr lang="en-US" sz="1548">
                <a:latin typeface="+mn-ea"/>
                <a:cs typeface="Source Sans Pro"/>
                <a:sym typeface="Source Sans Pro"/>
              </a:rPr>
              <a:t> ac </a:t>
            </a:r>
            <a:r>
              <a:rPr lang="en-US" sz="1548" err="1">
                <a:latin typeface="+mn-ea"/>
                <a:cs typeface="Source Sans Pro"/>
                <a:sym typeface="Source Sans Pro"/>
              </a:rPr>
              <a:t>vulputate</a:t>
            </a:r>
            <a:r>
              <a:rPr lang="en-US" sz="1548">
                <a:latin typeface="+mn-ea"/>
                <a:cs typeface="Source Sans Pro"/>
                <a:sym typeface="Source Sans Pro"/>
              </a:rPr>
              <a:t> </a:t>
            </a:r>
            <a:r>
              <a:rPr lang="en-US" sz="1548" err="1">
                <a:latin typeface="+mn-ea"/>
                <a:cs typeface="Source Sans Pro"/>
                <a:sym typeface="Source Sans Pro"/>
              </a:rPr>
              <a:t>leo</a:t>
            </a:r>
            <a:r>
              <a:rPr lang="en-US" sz="1548">
                <a:latin typeface="+mn-ea"/>
                <a:cs typeface="Source Sans Pro"/>
                <a:sym typeface="Source Sans Pro"/>
              </a:rPr>
              <a:t>. Cras </a:t>
            </a:r>
            <a:r>
              <a:rPr lang="en-US" sz="1548" err="1">
                <a:latin typeface="+mn-ea"/>
                <a:cs typeface="Source Sans Pro"/>
                <a:sym typeface="Source Sans Pro"/>
              </a:rPr>
              <a:t>aliquet</a:t>
            </a:r>
            <a:r>
              <a:rPr lang="en-US" sz="1548">
                <a:latin typeface="+mn-ea"/>
                <a:cs typeface="Source Sans Pro"/>
                <a:sym typeface="Source Sans Pro"/>
              </a:rPr>
              <a:t> nunc ac </a:t>
            </a:r>
            <a:r>
              <a:rPr lang="en-US" sz="1548" err="1">
                <a:latin typeface="+mn-ea"/>
                <a:cs typeface="Source Sans Pro"/>
                <a:sym typeface="Source Sans Pro"/>
              </a:rPr>
              <a:t>velit</a:t>
            </a:r>
            <a:r>
              <a:rPr lang="en-US" sz="1548">
                <a:latin typeface="+mn-ea"/>
                <a:cs typeface="Source Sans Pro"/>
                <a:sym typeface="Source Sans Pro"/>
              </a:rPr>
              <a:t> cursus </a:t>
            </a:r>
            <a:r>
              <a:rPr lang="en-US" sz="1548" err="1">
                <a:latin typeface="+mn-ea"/>
                <a:cs typeface="Source Sans Pro"/>
                <a:sym typeface="Source Sans Pro"/>
              </a:rPr>
              <a:t>viverra</a:t>
            </a:r>
            <a:r>
              <a:rPr lang="en-US" sz="1548">
                <a:latin typeface="+mn-ea"/>
                <a:cs typeface="Source Sans Pro"/>
                <a:sym typeface="Source Sans Pro"/>
              </a:rPr>
              <a:t>. In hac </a:t>
            </a:r>
            <a:r>
              <a:rPr lang="en-US" sz="1548" err="1">
                <a:latin typeface="+mn-ea"/>
                <a:cs typeface="Source Sans Pro"/>
                <a:sym typeface="Source Sans Pro"/>
              </a:rPr>
              <a:t>habitasse</a:t>
            </a:r>
            <a:r>
              <a:rPr lang="en-US" sz="1548">
                <a:latin typeface="+mn-ea"/>
                <a:cs typeface="Source Sans Pro"/>
                <a:sym typeface="Source Sans Pro"/>
              </a:rPr>
              <a:t> </a:t>
            </a:r>
            <a:r>
              <a:rPr lang="en-US" sz="1548" err="1">
                <a:latin typeface="+mn-ea"/>
                <a:cs typeface="Source Sans Pro"/>
                <a:sym typeface="Source Sans Pro"/>
              </a:rPr>
              <a:t>platea</a:t>
            </a:r>
            <a:r>
              <a:rPr lang="en-US" sz="1548">
                <a:latin typeface="+mn-ea"/>
                <a:cs typeface="Source Sans Pro"/>
                <a:sym typeface="Source Sans Pro"/>
              </a:rPr>
              <a:t> </a:t>
            </a:r>
            <a:r>
              <a:rPr lang="en-US" sz="1548" err="1">
                <a:latin typeface="+mn-ea"/>
                <a:cs typeface="Source Sans Pro"/>
                <a:sym typeface="Source Sans Pro"/>
              </a:rPr>
              <a:t>dictumst</a:t>
            </a:r>
            <a:r>
              <a:rPr lang="en-US" sz="1548">
                <a:latin typeface="+mn-ea"/>
                <a:cs typeface="Source Sans Pro"/>
                <a:sym typeface="Source Sans Pro"/>
              </a:rPr>
              <a:t>. Nam </a:t>
            </a:r>
            <a:r>
              <a:rPr lang="en-US" sz="1548" err="1">
                <a:latin typeface="+mn-ea"/>
                <a:cs typeface="Source Sans Pro"/>
                <a:sym typeface="Source Sans Pro"/>
              </a:rPr>
              <a:t>tortor</a:t>
            </a:r>
            <a:r>
              <a:rPr lang="en-US" sz="1548">
                <a:latin typeface="+mn-ea"/>
                <a:cs typeface="Source Sans Pro"/>
                <a:sym typeface="Source Sans Pro"/>
              </a:rPr>
              <a:t> </a:t>
            </a:r>
            <a:r>
              <a:rPr lang="en-US" sz="1548" err="1">
                <a:latin typeface="+mn-ea"/>
                <a:cs typeface="Source Sans Pro"/>
                <a:sym typeface="Source Sans Pro"/>
              </a:rPr>
              <a:t>urna</a:t>
            </a:r>
            <a:r>
              <a:rPr lang="en-US" sz="1548">
                <a:latin typeface="+mn-ea"/>
                <a:cs typeface="Source Sans Pro"/>
                <a:sym typeface="Source Sans Pro"/>
              </a:rPr>
              <a:t>, semper ac </a:t>
            </a:r>
            <a:r>
              <a:rPr lang="en-US" sz="1548" err="1">
                <a:latin typeface="+mn-ea"/>
                <a:cs typeface="Source Sans Pro"/>
                <a:sym typeface="Source Sans Pro"/>
              </a:rPr>
              <a:t>nulla</a:t>
            </a:r>
            <a:r>
              <a:rPr lang="en-US" sz="1548">
                <a:latin typeface="+mn-ea"/>
                <a:cs typeface="Source Sans Pro"/>
                <a:sym typeface="Source Sans Pro"/>
              </a:rPr>
              <a:t> id, </a:t>
            </a:r>
            <a:r>
              <a:rPr lang="en-US" sz="1548" err="1">
                <a:latin typeface="+mn-ea"/>
                <a:cs typeface="Source Sans Pro"/>
                <a:sym typeface="Source Sans Pro"/>
              </a:rPr>
              <a:t>porttitor</a:t>
            </a:r>
            <a:r>
              <a:rPr lang="en-US" sz="1548">
                <a:latin typeface="+mn-ea"/>
                <a:cs typeface="Source Sans Pro"/>
                <a:sym typeface="Source Sans Pro"/>
              </a:rPr>
              <a:t> semper </a:t>
            </a:r>
            <a:r>
              <a:rPr lang="en-US" sz="1548" err="1">
                <a:latin typeface="+mn-ea"/>
                <a:cs typeface="Source Sans Pro"/>
                <a:sym typeface="Source Sans Pro"/>
              </a:rPr>
              <a:t>felis</a:t>
            </a:r>
            <a:r>
              <a:rPr lang="en-US" sz="1548">
                <a:latin typeface="+mn-ea"/>
                <a:cs typeface="Source Sans Pro"/>
                <a:sym typeface="Source Sans Pro"/>
              </a:rPr>
              <a:t>. </a:t>
            </a:r>
            <a:r>
              <a:rPr lang="en-US" sz="1548" err="1">
                <a:latin typeface="+mn-ea"/>
                <a:cs typeface="Source Sans Pro"/>
                <a:sym typeface="Source Sans Pro"/>
              </a:rPr>
              <a:t>Phasellus</a:t>
            </a:r>
            <a:r>
              <a:rPr lang="en-US" sz="1548">
                <a:latin typeface="+mn-ea"/>
                <a:cs typeface="Source Sans Pro"/>
                <a:sym typeface="Source Sans Pro"/>
              </a:rPr>
              <a:t> </a:t>
            </a:r>
            <a:r>
              <a:rPr lang="en-US" sz="1548" err="1">
                <a:latin typeface="+mn-ea"/>
                <a:cs typeface="Source Sans Pro"/>
                <a:sym typeface="Source Sans Pro"/>
              </a:rPr>
              <a:t>blandit</a:t>
            </a:r>
            <a:r>
              <a:rPr lang="en-US" sz="1548">
                <a:latin typeface="+mn-ea"/>
                <a:cs typeface="Source Sans Pro"/>
                <a:sym typeface="Source Sans Pro"/>
              </a:rPr>
              <a:t> eros </a:t>
            </a:r>
            <a:r>
              <a:rPr lang="en-US" sz="1548" err="1">
                <a:latin typeface="+mn-ea"/>
                <a:cs typeface="Source Sans Pro"/>
                <a:sym typeface="Source Sans Pro"/>
              </a:rPr>
              <a:t>viverra</a:t>
            </a:r>
            <a:r>
              <a:rPr lang="en-US" sz="1548">
                <a:latin typeface="+mn-ea"/>
                <a:cs typeface="Source Sans Pro"/>
                <a:sym typeface="Source Sans Pro"/>
              </a:rPr>
              <a:t>, </a:t>
            </a:r>
            <a:r>
              <a:rPr lang="en-US" sz="1548" err="1">
                <a:latin typeface="+mn-ea"/>
                <a:cs typeface="Source Sans Pro"/>
                <a:sym typeface="Source Sans Pro"/>
              </a:rPr>
              <a:t>ultricies</a:t>
            </a:r>
            <a:r>
              <a:rPr lang="en-US" sz="1548">
                <a:latin typeface="+mn-ea"/>
                <a:cs typeface="Source Sans Pro"/>
                <a:sym typeface="Source Sans Pro"/>
              </a:rPr>
              <a:t> </a:t>
            </a:r>
            <a:r>
              <a:rPr lang="en-US" sz="1548" err="1">
                <a:latin typeface="+mn-ea"/>
                <a:cs typeface="Source Sans Pro"/>
                <a:sym typeface="Source Sans Pro"/>
              </a:rPr>
              <a:t>nibh</a:t>
            </a:r>
            <a:r>
              <a:rPr lang="en-US" sz="1548">
                <a:latin typeface="+mn-ea"/>
                <a:cs typeface="Source Sans Pro"/>
                <a:sym typeface="Source Sans Pro"/>
              </a:rPr>
              <a:t> nec, </a:t>
            </a:r>
            <a:r>
              <a:rPr lang="en-US" sz="1548" err="1">
                <a:latin typeface="+mn-ea"/>
                <a:cs typeface="Source Sans Pro"/>
                <a:sym typeface="Source Sans Pro"/>
              </a:rPr>
              <a:t>viverra</a:t>
            </a:r>
            <a:r>
              <a:rPr lang="en-US" sz="1548">
                <a:latin typeface="+mn-ea"/>
                <a:cs typeface="Source Sans Pro"/>
                <a:sym typeface="Source Sans Pro"/>
              </a:rPr>
              <a:t> ipsum. Ut nec gravida </a:t>
            </a:r>
            <a:r>
              <a:rPr lang="en-US" sz="1548" err="1">
                <a:latin typeface="+mn-ea"/>
                <a:cs typeface="Source Sans Pro"/>
                <a:sym typeface="Source Sans Pro"/>
              </a:rPr>
              <a:t>massa</a:t>
            </a:r>
            <a:r>
              <a:rPr lang="en-US" sz="1548">
                <a:latin typeface="+mn-ea"/>
                <a:cs typeface="Source Sans Pro"/>
                <a:sym typeface="Source Sans Pro"/>
              </a:rPr>
              <a:t>, </a:t>
            </a:r>
            <a:r>
              <a:rPr lang="en-US" sz="1548" err="1">
                <a:latin typeface="+mn-ea"/>
                <a:cs typeface="Source Sans Pro"/>
                <a:sym typeface="Source Sans Pro"/>
              </a:rPr>
              <a:t>eu</a:t>
            </a:r>
            <a:r>
              <a:rPr lang="en-US" sz="1548">
                <a:latin typeface="+mn-ea"/>
                <a:cs typeface="Source Sans Pro"/>
                <a:sym typeface="Source Sans Pro"/>
              </a:rPr>
              <a:t> convallis est.</a:t>
            </a:r>
          </a:p>
        </p:txBody>
      </p:sp>
      <p:sp>
        <p:nvSpPr>
          <p:cNvPr id="98" name="TextBox 53">
            <a:extLst>
              <a:ext uri="{FF2B5EF4-FFF2-40B4-BE49-F238E27FC236}">
                <a16:creationId xmlns:a16="http://schemas.microsoft.com/office/drawing/2014/main" id="{2A18E41F-98D9-5455-CBC6-7BAA33D53917}"/>
              </a:ext>
            </a:extLst>
          </p:cNvPr>
          <p:cNvSpPr txBox="1"/>
          <p:nvPr/>
        </p:nvSpPr>
        <p:spPr>
          <a:xfrm>
            <a:off x="17416745" y="6127914"/>
            <a:ext cx="8326117" cy="266611"/>
          </a:xfrm>
          <a:prstGeom prst="rect">
            <a:avLst/>
          </a:prstGeom>
        </p:spPr>
        <p:txBody>
          <a:bodyPr lIns="0" tIns="0" rIns="0" bIns="0" rtlCol="0" anchor="t">
            <a:spAutoFit/>
          </a:bodyPr>
          <a:lstStyle/>
          <a:p>
            <a:pPr algn="just">
              <a:lnSpc>
                <a:spcPts val="2168"/>
              </a:lnSpc>
            </a:pPr>
            <a:r>
              <a:rPr lang="ja-JP" altLang="en-US" sz="1548" dirty="0">
                <a:latin typeface="+mn-ea"/>
                <a:cs typeface="Source Sans Pro"/>
                <a:sym typeface="Source Sans Pro"/>
              </a:rPr>
              <a:t>ブレンダーで作ったオブジェクト・背景</a:t>
            </a:r>
            <a:r>
              <a:rPr lang="en-US" sz="1548" dirty="0">
                <a:latin typeface="+mn-ea"/>
                <a:cs typeface="Source Sans Pro"/>
                <a:sym typeface="Source Sans Pro"/>
              </a:rPr>
              <a:t>.</a:t>
            </a:r>
          </a:p>
        </p:txBody>
      </p:sp>
      <p:grpSp>
        <p:nvGrpSpPr>
          <p:cNvPr id="92" name="Group 16">
            <a:extLst>
              <a:ext uri="{FF2B5EF4-FFF2-40B4-BE49-F238E27FC236}">
                <a16:creationId xmlns:a16="http://schemas.microsoft.com/office/drawing/2014/main" id="{F93273A8-7986-484C-C8EB-1750F3A959FA}"/>
              </a:ext>
            </a:extLst>
          </p:cNvPr>
          <p:cNvGrpSpPr/>
          <p:nvPr/>
        </p:nvGrpSpPr>
        <p:grpSpPr>
          <a:xfrm>
            <a:off x="16980842" y="4297886"/>
            <a:ext cx="3217351" cy="1161722"/>
            <a:chOff x="0" y="-57150"/>
            <a:chExt cx="2167467" cy="158595"/>
          </a:xfrm>
        </p:grpSpPr>
        <p:sp>
          <p:nvSpPr>
            <p:cNvPr id="94" name="TextBox 18">
              <a:extLst>
                <a:ext uri="{FF2B5EF4-FFF2-40B4-BE49-F238E27FC236}">
                  <a16:creationId xmlns:a16="http://schemas.microsoft.com/office/drawing/2014/main" id="{E56726CC-6305-0910-0A26-6D3213E1304E}"/>
                </a:ext>
              </a:extLst>
            </p:cNvPr>
            <p:cNvSpPr txBox="1"/>
            <p:nvPr/>
          </p:nvSpPr>
          <p:spPr>
            <a:xfrm>
              <a:off x="0" y="-57150"/>
              <a:ext cx="2167467" cy="158595"/>
            </a:xfrm>
            <a:prstGeom prst="rect">
              <a:avLst/>
            </a:prstGeom>
          </p:spPr>
          <p:txBody>
            <a:bodyPr lIns="50800" tIns="50800" rIns="50800" bIns="50800" rtlCol="0" anchor="ctr"/>
            <a:lstStyle/>
            <a:p>
              <a:pPr algn="ctr">
                <a:lnSpc>
                  <a:spcPts val="4060"/>
                </a:lnSpc>
                <a:spcBef>
                  <a:spcPct val="0"/>
                </a:spcBef>
              </a:pPr>
              <a:endParaRPr>
                <a:latin typeface="+mn-ea"/>
              </a:endParaRPr>
            </a:p>
          </p:txBody>
        </p:sp>
        <p:sp>
          <p:nvSpPr>
            <p:cNvPr id="93" name="Freeform 17">
              <a:extLst>
                <a:ext uri="{FF2B5EF4-FFF2-40B4-BE49-F238E27FC236}">
                  <a16:creationId xmlns:a16="http://schemas.microsoft.com/office/drawing/2014/main" id="{B95E29B2-E23E-DEE1-DD1E-992E4D5B651E}"/>
                </a:ext>
              </a:extLst>
            </p:cNvPr>
            <p:cNvSpPr/>
            <p:nvPr/>
          </p:nvSpPr>
          <p:spPr>
            <a:xfrm>
              <a:off x="0" y="0"/>
              <a:ext cx="2167467" cy="101445"/>
            </a:xfrm>
            <a:custGeom>
              <a:avLst/>
              <a:gdLst/>
              <a:ahLst/>
              <a:cxnLst/>
              <a:rect l="l" t="t" r="r" b="b"/>
              <a:pathLst>
                <a:path w="2167467" h="101445">
                  <a:moveTo>
                    <a:pt x="8961" y="0"/>
                  </a:moveTo>
                  <a:lnTo>
                    <a:pt x="2158506" y="0"/>
                  </a:lnTo>
                  <a:cubicBezTo>
                    <a:pt x="2163455" y="0"/>
                    <a:pt x="2167467" y="4012"/>
                    <a:pt x="2167467" y="8961"/>
                  </a:cubicBezTo>
                  <a:lnTo>
                    <a:pt x="2167467" y="92484"/>
                  </a:lnTo>
                  <a:cubicBezTo>
                    <a:pt x="2167467" y="97433"/>
                    <a:pt x="2163455" y="101445"/>
                    <a:pt x="2158506" y="101445"/>
                  </a:cubicBezTo>
                  <a:lnTo>
                    <a:pt x="8961" y="101445"/>
                  </a:lnTo>
                  <a:cubicBezTo>
                    <a:pt x="4012" y="101445"/>
                    <a:pt x="0" y="97433"/>
                    <a:pt x="0" y="92484"/>
                  </a:cubicBezTo>
                  <a:lnTo>
                    <a:pt x="0" y="8961"/>
                  </a:lnTo>
                  <a:cubicBezTo>
                    <a:pt x="0" y="4012"/>
                    <a:pt x="4012" y="0"/>
                    <a:pt x="8961" y="0"/>
                  </a:cubicBezTo>
                  <a:close/>
                </a:path>
              </a:pathLst>
            </a:custGeom>
            <a:solidFill>
              <a:srgbClr val="E0DFD8"/>
            </a:solidFill>
          </p:spPr>
          <p:txBody>
            <a:bodyPr/>
            <a:lstStyle/>
            <a:p>
              <a:endParaRPr lang="ja-JP" altLang="en-US">
                <a:latin typeface="+mn-ea"/>
              </a:endParaRPr>
            </a:p>
          </p:txBody>
        </p:sp>
      </p:grpSp>
      <p:sp>
        <p:nvSpPr>
          <p:cNvPr id="97" name="TextBox 50">
            <a:extLst>
              <a:ext uri="{FF2B5EF4-FFF2-40B4-BE49-F238E27FC236}">
                <a16:creationId xmlns:a16="http://schemas.microsoft.com/office/drawing/2014/main" id="{6E0BB337-C9E3-1CD7-2855-9F7585835D56}"/>
              </a:ext>
            </a:extLst>
          </p:cNvPr>
          <p:cNvSpPr txBox="1"/>
          <p:nvPr/>
        </p:nvSpPr>
        <p:spPr>
          <a:xfrm>
            <a:off x="16919153" y="4805962"/>
            <a:ext cx="3217351" cy="594650"/>
          </a:xfrm>
          <a:prstGeom prst="rect">
            <a:avLst/>
          </a:prstGeom>
        </p:spPr>
        <p:txBody>
          <a:bodyPr lIns="0" tIns="0" rIns="0" bIns="0" rtlCol="0" anchor="t">
            <a:spAutoFit/>
          </a:bodyPr>
          <a:lstStyle/>
          <a:p>
            <a:pPr algn="ctr">
              <a:lnSpc>
                <a:spcPts val="4913"/>
              </a:lnSpc>
            </a:pPr>
            <a:r>
              <a:rPr lang="ja-JP" altLang="en-US" sz="3600" b="1" dirty="0">
                <a:latin typeface="+mn-ea"/>
                <a:cs typeface="Fredoka"/>
                <a:sym typeface="Fredoka"/>
              </a:rPr>
              <a:t>制作物</a:t>
            </a:r>
            <a:endParaRPr lang="en-US" sz="3600" b="1" dirty="0">
              <a:latin typeface="+mn-ea"/>
              <a:cs typeface="Fredoka"/>
              <a:sym typeface="Fredoka"/>
            </a:endParaRPr>
          </a:p>
        </p:txBody>
      </p:sp>
      <p:sp>
        <p:nvSpPr>
          <p:cNvPr id="9" name="テキスト ボックス 8">
            <a:extLst>
              <a:ext uri="{FF2B5EF4-FFF2-40B4-BE49-F238E27FC236}">
                <a16:creationId xmlns:a16="http://schemas.microsoft.com/office/drawing/2014/main" id="{27B4649C-8A67-05E0-2191-0671F01B096D}"/>
              </a:ext>
            </a:extLst>
          </p:cNvPr>
          <p:cNvSpPr txBox="1"/>
          <p:nvPr/>
        </p:nvSpPr>
        <p:spPr>
          <a:xfrm>
            <a:off x="768096" y="4312749"/>
            <a:ext cx="2928261" cy="954107"/>
          </a:xfrm>
          <a:prstGeom prst="rect">
            <a:avLst/>
          </a:prstGeom>
          <a:noFill/>
        </p:spPr>
        <p:txBody>
          <a:bodyPr wrap="square" rtlCol="0">
            <a:spAutoFit/>
          </a:bodyPr>
          <a:lstStyle/>
          <a:p>
            <a:pPr algn="ctr"/>
            <a:r>
              <a:rPr kumimoji="1" lang="en-US" altLang="ja-JP" sz="2800" b="1" dirty="0">
                <a:latin typeface="HG丸ｺﾞｼｯｸM-PRO" panose="020F0600000000000000" pitchFamily="50" charset="-128"/>
                <a:ea typeface="HG丸ｺﾞｼｯｸM-PRO" panose="020F0600000000000000" pitchFamily="50" charset="-128"/>
              </a:rPr>
              <a:t>QR</a:t>
            </a:r>
            <a:r>
              <a:rPr kumimoji="1" lang="ja-JP" altLang="en-US" sz="2800" b="1" dirty="0">
                <a:latin typeface="HG丸ｺﾞｼｯｸM-PRO" panose="020F0600000000000000" pitchFamily="50" charset="-128"/>
                <a:ea typeface="HG丸ｺﾞｼｯｸM-PRO" panose="020F0600000000000000" pitchFamily="50" charset="-128"/>
              </a:rPr>
              <a:t>コードを</a:t>
            </a:r>
            <a:endParaRPr kumimoji="1" lang="en-US" altLang="ja-JP" sz="2800" b="1" dirty="0">
              <a:latin typeface="HG丸ｺﾞｼｯｸM-PRO" panose="020F0600000000000000" pitchFamily="50" charset="-128"/>
              <a:ea typeface="HG丸ｺﾞｼｯｸM-PRO" panose="020F0600000000000000" pitchFamily="50" charset="-128"/>
            </a:endParaRPr>
          </a:p>
          <a:p>
            <a:pPr algn="ctr"/>
            <a:r>
              <a:rPr kumimoji="1" lang="ja-JP" altLang="en-US" sz="2800" b="1" dirty="0">
                <a:latin typeface="HG丸ｺﾞｼｯｸM-PRO" panose="020F0600000000000000" pitchFamily="50" charset="-128"/>
                <a:ea typeface="HG丸ｺﾞｼｯｸM-PRO" panose="020F0600000000000000" pitchFamily="50" charset="-128"/>
              </a:rPr>
              <a:t>読み取る</a:t>
            </a:r>
            <a:endParaRPr kumimoji="1" lang="ja-JP" altLang="en-US" b="1" dirty="0">
              <a:latin typeface="HG丸ｺﾞｼｯｸM-PRO" panose="020F0600000000000000" pitchFamily="50" charset="-128"/>
              <a:ea typeface="HG丸ｺﾞｼｯｸM-PRO" panose="020F0600000000000000" pitchFamily="50" charset="-128"/>
            </a:endParaRPr>
          </a:p>
        </p:txBody>
      </p:sp>
      <p:sp>
        <p:nvSpPr>
          <p:cNvPr id="10" name="テキスト ボックス 9">
            <a:extLst>
              <a:ext uri="{FF2B5EF4-FFF2-40B4-BE49-F238E27FC236}">
                <a16:creationId xmlns:a16="http://schemas.microsoft.com/office/drawing/2014/main" id="{D64EA0C0-DDBB-55CB-6F93-536411868869}"/>
              </a:ext>
            </a:extLst>
          </p:cNvPr>
          <p:cNvSpPr txBox="1"/>
          <p:nvPr/>
        </p:nvSpPr>
        <p:spPr>
          <a:xfrm>
            <a:off x="5658793" y="4318973"/>
            <a:ext cx="2087880" cy="954107"/>
          </a:xfrm>
          <a:prstGeom prst="rect">
            <a:avLst/>
          </a:prstGeom>
          <a:noFill/>
        </p:spPr>
        <p:txBody>
          <a:bodyPr wrap="square" rtlCol="0">
            <a:spAutoFit/>
          </a:bodyPr>
          <a:lstStyle/>
          <a:p>
            <a:r>
              <a:rPr kumimoji="1" lang="en-US" altLang="ja-JP" sz="2800" b="1" dirty="0">
                <a:latin typeface="HG丸ｺﾞｼｯｸM-PRO" panose="020F0600000000000000" pitchFamily="50" charset="-128"/>
                <a:ea typeface="HG丸ｺﾞｼｯｸM-PRO" panose="020F0600000000000000" pitchFamily="50" charset="-128"/>
              </a:rPr>
              <a:t>Web</a:t>
            </a:r>
            <a:r>
              <a:rPr kumimoji="1" lang="ja-JP" altLang="en-US" sz="2800" b="1" dirty="0">
                <a:latin typeface="HG丸ｺﾞｼｯｸM-PRO" panose="020F0600000000000000" pitchFamily="50" charset="-128"/>
                <a:ea typeface="HG丸ｺﾞｼｯｸM-PRO" panose="020F0600000000000000" pitchFamily="50" charset="-128"/>
              </a:rPr>
              <a:t>サイトにアクセス</a:t>
            </a:r>
          </a:p>
        </p:txBody>
      </p:sp>
      <p:sp>
        <p:nvSpPr>
          <p:cNvPr id="11" name="テキスト ボックス 10">
            <a:extLst>
              <a:ext uri="{FF2B5EF4-FFF2-40B4-BE49-F238E27FC236}">
                <a16:creationId xmlns:a16="http://schemas.microsoft.com/office/drawing/2014/main" id="{4CD4A4E1-7916-C582-CA95-2F92CF956CAB}"/>
              </a:ext>
            </a:extLst>
          </p:cNvPr>
          <p:cNvSpPr txBox="1"/>
          <p:nvPr/>
        </p:nvSpPr>
        <p:spPr>
          <a:xfrm>
            <a:off x="1223608" y="9998778"/>
            <a:ext cx="3087828" cy="954107"/>
          </a:xfrm>
          <a:prstGeom prst="rect">
            <a:avLst/>
          </a:prstGeom>
          <a:noFill/>
        </p:spPr>
        <p:txBody>
          <a:bodyPr wrap="square" rtlCol="0">
            <a:spAutoFit/>
          </a:bodyPr>
          <a:lstStyle/>
          <a:p>
            <a:pPr algn="ctr"/>
            <a:r>
              <a:rPr kumimoji="1" lang="ja-JP" altLang="en-US" sz="2800" b="1" dirty="0">
                <a:latin typeface="HG丸ｺﾞｼｯｸM-PRO" panose="020F0600000000000000" pitchFamily="50" charset="-128"/>
                <a:ea typeface="HG丸ｺﾞｼｯｸM-PRO" panose="020F0600000000000000" pitchFamily="50" charset="-128"/>
              </a:rPr>
              <a:t>オリジナルの魚をカスタマイズ</a:t>
            </a:r>
          </a:p>
        </p:txBody>
      </p:sp>
      <p:pic>
        <p:nvPicPr>
          <p:cNvPr id="12" name="図 11">
            <a:extLst>
              <a:ext uri="{FF2B5EF4-FFF2-40B4-BE49-F238E27FC236}">
                <a16:creationId xmlns:a16="http://schemas.microsoft.com/office/drawing/2014/main" id="{747430C8-EB1D-251F-5833-E9CC8B1F44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153" y="1913050"/>
            <a:ext cx="2399699" cy="2399699"/>
          </a:xfrm>
          <a:prstGeom prst="rect">
            <a:avLst/>
          </a:prstGeom>
        </p:spPr>
      </p:pic>
      <p:sp>
        <p:nvSpPr>
          <p:cNvPr id="25" name="Freeform 2">
            <a:extLst>
              <a:ext uri="{FF2B5EF4-FFF2-40B4-BE49-F238E27FC236}">
                <a16:creationId xmlns:a16="http://schemas.microsoft.com/office/drawing/2014/main" id="{63B584F7-5873-D67A-09CB-9A765DE51E49}"/>
              </a:ext>
            </a:extLst>
          </p:cNvPr>
          <p:cNvSpPr/>
          <p:nvPr/>
        </p:nvSpPr>
        <p:spPr>
          <a:xfrm>
            <a:off x="5801217" y="1298466"/>
            <a:ext cx="1862738" cy="3096111"/>
          </a:xfrm>
          <a:custGeom>
            <a:avLst/>
            <a:gdLst/>
            <a:ahLst/>
            <a:cxnLst/>
            <a:rect l="l" t="t" r="r" b="b"/>
            <a:pathLst>
              <a:path w="4629150" h="8229600">
                <a:moveTo>
                  <a:pt x="0" y="0"/>
                </a:moveTo>
                <a:lnTo>
                  <a:pt x="4629150" y="0"/>
                </a:lnTo>
                <a:lnTo>
                  <a:pt x="4629150" y="8229600"/>
                </a:lnTo>
                <a:lnTo>
                  <a:pt x="0" y="8229600"/>
                </a:lnTo>
                <a:lnTo>
                  <a:pt x="0" y="0"/>
                </a:lnTo>
                <a:close/>
              </a:path>
            </a:pathLst>
          </a:custGeom>
          <a:blipFill>
            <a:blip r:embed="rId4"/>
            <a:stretch>
              <a:fillRect/>
            </a:stretch>
          </a:blipFill>
        </p:spPr>
        <p:txBody>
          <a:bodyPr/>
          <a:lstStyle/>
          <a:p>
            <a:endParaRPr lang="ja-JP" altLang="en-US"/>
          </a:p>
        </p:txBody>
      </p:sp>
      <p:sp>
        <p:nvSpPr>
          <p:cNvPr id="27" name="Freeform 3">
            <a:extLst>
              <a:ext uri="{FF2B5EF4-FFF2-40B4-BE49-F238E27FC236}">
                <a16:creationId xmlns:a16="http://schemas.microsoft.com/office/drawing/2014/main" id="{69729911-04AA-738F-A18B-74FB033DDE78}"/>
              </a:ext>
            </a:extLst>
          </p:cNvPr>
          <p:cNvSpPr/>
          <p:nvPr/>
        </p:nvSpPr>
        <p:spPr>
          <a:xfrm>
            <a:off x="1256568" y="8848360"/>
            <a:ext cx="1529632" cy="1123008"/>
          </a:xfrm>
          <a:custGeom>
            <a:avLst/>
            <a:gdLst/>
            <a:ahLst/>
            <a:cxnLst/>
            <a:rect l="l" t="t" r="r" b="b"/>
            <a:pathLst>
              <a:path w="3257789" h="2375224">
                <a:moveTo>
                  <a:pt x="0" y="0"/>
                </a:moveTo>
                <a:lnTo>
                  <a:pt x="3257789" y="0"/>
                </a:lnTo>
                <a:lnTo>
                  <a:pt x="3257789" y="2375224"/>
                </a:lnTo>
                <a:lnTo>
                  <a:pt x="0" y="2375224"/>
                </a:lnTo>
                <a:lnTo>
                  <a:pt x="0" y="0"/>
                </a:lnTo>
                <a:close/>
              </a:path>
            </a:pathLst>
          </a:custGeom>
          <a:blipFill>
            <a:blip r:embed="rId5"/>
            <a:stretch>
              <a:fillRect/>
            </a:stretch>
          </a:blipFill>
        </p:spPr>
        <p:txBody>
          <a:bodyPr/>
          <a:lstStyle/>
          <a:p>
            <a:endParaRPr lang="ja-JP" altLang="en-US" dirty="0"/>
          </a:p>
        </p:txBody>
      </p:sp>
      <p:sp>
        <p:nvSpPr>
          <p:cNvPr id="29" name="Freeform 4">
            <a:extLst>
              <a:ext uri="{FF2B5EF4-FFF2-40B4-BE49-F238E27FC236}">
                <a16:creationId xmlns:a16="http://schemas.microsoft.com/office/drawing/2014/main" id="{96307998-A5C4-51B0-5F57-41BD87716177}"/>
              </a:ext>
            </a:extLst>
          </p:cNvPr>
          <p:cNvSpPr/>
          <p:nvPr/>
        </p:nvSpPr>
        <p:spPr>
          <a:xfrm>
            <a:off x="1358535" y="7058164"/>
            <a:ext cx="2042420" cy="1216053"/>
          </a:xfrm>
          <a:custGeom>
            <a:avLst/>
            <a:gdLst/>
            <a:ahLst/>
            <a:cxnLst/>
            <a:rect l="l" t="t" r="r" b="b"/>
            <a:pathLst>
              <a:path w="4347036" h="2663547">
                <a:moveTo>
                  <a:pt x="0" y="0"/>
                </a:moveTo>
                <a:lnTo>
                  <a:pt x="4347036" y="0"/>
                </a:lnTo>
                <a:lnTo>
                  <a:pt x="4347036" y="2663547"/>
                </a:lnTo>
                <a:lnTo>
                  <a:pt x="0" y="266354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ja-JP" altLang="en-US"/>
          </a:p>
        </p:txBody>
      </p:sp>
      <p:sp>
        <p:nvSpPr>
          <p:cNvPr id="31" name="Freeform 5">
            <a:extLst>
              <a:ext uri="{FF2B5EF4-FFF2-40B4-BE49-F238E27FC236}">
                <a16:creationId xmlns:a16="http://schemas.microsoft.com/office/drawing/2014/main" id="{173226E4-9362-EF93-B6A2-8D9B3F5E6F49}"/>
              </a:ext>
            </a:extLst>
          </p:cNvPr>
          <p:cNvSpPr/>
          <p:nvPr/>
        </p:nvSpPr>
        <p:spPr>
          <a:xfrm>
            <a:off x="2639954" y="8147288"/>
            <a:ext cx="1697962" cy="1216053"/>
          </a:xfrm>
          <a:custGeom>
            <a:avLst/>
            <a:gdLst/>
            <a:ahLst/>
            <a:cxnLst/>
            <a:rect l="l" t="t" r="r" b="b"/>
            <a:pathLst>
              <a:path w="4009140" h="2435552">
                <a:moveTo>
                  <a:pt x="0" y="0"/>
                </a:moveTo>
                <a:lnTo>
                  <a:pt x="4009140" y="0"/>
                </a:lnTo>
                <a:lnTo>
                  <a:pt x="4009140" y="2435552"/>
                </a:lnTo>
                <a:lnTo>
                  <a:pt x="0" y="2435552"/>
                </a:lnTo>
                <a:lnTo>
                  <a:pt x="0" y="0"/>
                </a:lnTo>
                <a:close/>
              </a:path>
            </a:pathLst>
          </a:custGeom>
          <a:blipFill>
            <a:blip r:embed="rId7"/>
            <a:stretch>
              <a:fillRect/>
            </a:stretch>
          </a:blipFill>
        </p:spPr>
        <p:txBody>
          <a:bodyPr/>
          <a:lstStyle/>
          <a:p>
            <a:endParaRPr lang="ja-JP" altLang="en-US"/>
          </a:p>
        </p:txBody>
      </p:sp>
      <p:sp>
        <p:nvSpPr>
          <p:cNvPr id="33" name="テキスト ボックス 32">
            <a:extLst>
              <a:ext uri="{FF2B5EF4-FFF2-40B4-BE49-F238E27FC236}">
                <a16:creationId xmlns:a16="http://schemas.microsoft.com/office/drawing/2014/main" id="{72309311-53C8-06DC-3900-9A3DF55F8F86}"/>
              </a:ext>
            </a:extLst>
          </p:cNvPr>
          <p:cNvSpPr txBox="1"/>
          <p:nvPr/>
        </p:nvSpPr>
        <p:spPr>
          <a:xfrm>
            <a:off x="9008276" y="9997014"/>
            <a:ext cx="5035158" cy="954107"/>
          </a:xfrm>
          <a:prstGeom prst="rect">
            <a:avLst/>
          </a:prstGeom>
          <a:noFill/>
        </p:spPr>
        <p:txBody>
          <a:bodyPr wrap="square" rtlCol="0">
            <a:spAutoFit/>
          </a:bodyPr>
          <a:lstStyle/>
          <a:p>
            <a:pPr algn="ctr"/>
            <a:r>
              <a:rPr kumimoji="1" lang="ja-JP" altLang="en-US" sz="2800" b="1" dirty="0">
                <a:latin typeface="HG丸ｺﾞｼｯｸM-PRO" panose="020F0600000000000000" pitchFamily="50" charset="-128"/>
                <a:ea typeface="HG丸ｺﾞｼｯｸM-PRO" panose="020F0600000000000000" pitchFamily="50" charset="-128"/>
              </a:rPr>
              <a:t>プロジェクター上に</a:t>
            </a:r>
            <a:endParaRPr kumimoji="1" lang="en-US" altLang="ja-JP" sz="2800" b="1" dirty="0">
              <a:latin typeface="HG丸ｺﾞｼｯｸM-PRO" panose="020F0600000000000000" pitchFamily="50" charset="-128"/>
              <a:ea typeface="HG丸ｺﾞｼｯｸM-PRO" panose="020F0600000000000000" pitchFamily="50" charset="-128"/>
            </a:endParaRPr>
          </a:p>
          <a:p>
            <a:pPr algn="ctr"/>
            <a:r>
              <a:rPr kumimoji="1" lang="ja-JP" altLang="en-US" sz="2800" b="1" dirty="0">
                <a:latin typeface="HG丸ｺﾞｼｯｸM-PRO" panose="020F0600000000000000" pitchFamily="50" charset="-128"/>
                <a:ea typeface="HG丸ｺﾞｼｯｸM-PRO" panose="020F0600000000000000" pitchFamily="50" charset="-128"/>
              </a:rPr>
              <a:t>放流した魚が反映される</a:t>
            </a:r>
          </a:p>
        </p:txBody>
      </p:sp>
      <p:sp>
        <p:nvSpPr>
          <p:cNvPr id="35" name="Freeform 6">
            <a:extLst>
              <a:ext uri="{FF2B5EF4-FFF2-40B4-BE49-F238E27FC236}">
                <a16:creationId xmlns:a16="http://schemas.microsoft.com/office/drawing/2014/main" id="{637523ED-1BAA-3FEC-6D5F-3453880103E0}"/>
              </a:ext>
            </a:extLst>
          </p:cNvPr>
          <p:cNvSpPr/>
          <p:nvPr/>
        </p:nvSpPr>
        <p:spPr>
          <a:xfrm>
            <a:off x="9008276" y="6879864"/>
            <a:ext cx="4904191" cy="3081588"/>
          </a:xfrm>
          <a:custGeom>
            <a:avLst/>
            <a:gdLst/>
            <a:ahLst/>
            <a:cxnLst/>
            <a:rect l="l" t="t" r="r" b="b"/>
            <a:pathLst>
              <a:path w="5399949" h="3239969">
                <a:moveTo>
                  <a:pt x="0" y="0"/>
                </a:moveTo>
                <a:lnTo>
                  <a:pt x="5399949" y="0"/>
                </a:lnTo>
                <a:lnTo>
                  <a:pt x="5399949" y="3239969"/>
                </a:lnTo>
                <a:lnTo>
                  <a:pt x="0" y="3239969"/>
                </a:lnTo>
                <a:lnTo>
                  <a:pt x="0" y="0"/>
                </a:lnTo>
                <a:close/>
              </a:path>
            </a:pathLst>
          </a:custGeom>
          <a:blipFill>
            <a:blip r:embed="rId8"/>
            <a:stretch>
              <a:fillRect/>
            </a:stretch>
          </a:blipFill>
        </p:spPr>
        <p:txBody>
          <a:bodyPr/>
          <a:lstStyle/>
          <a:p>
            <a:endParaRPr lang="ja-JP" altLang="en-US" dirty="0"/>
          </a:p>
        </p:txBody>
      </p:sp>
      <p:sp>
        <p:nvSpPr>
          <p:cNvPr id="38" name="Freeform 3">
            <a:extLst>
              <a:ext uri="{FF2B5EF4-FFF2-40B4-BE49-F238E27FC236}">
                <a16:creationId xmlns:a16="http://schemas.microsoft.com/office/drawing/2014/main" id="{CEA46032-7191-FCDD-6454-DC24DF1BD6C2}"/>
              </a:ext>
            </a:extLst>
          </p:cNvPr>
          <p:cNvSpPr/>
          <p:nvPr/>
        </p:nvSpPr>
        <p:spPr>
          <a:xfrm>
            <a:off x="9485078" y="7302858"/>
            <a:ext cx="1067524" cy="693621"/>
          </a:xfrm>
          <a:custGeom>
            <a:avLst/>
            <a:gdLst/>
            <a:ahLst/>
            <a:cxnLst/>
            <a:rect l="l" t="t" r="r" b="b"/>
            <a:pathLst>
              <a:path w="3257789" h="2375224">
                <a:moveTo>
                  <a:pt x="0" y="0"/>
                </a:moveTo>
                <a:lnTo>
                  <a:pt x="3257789" y="0"/>
                </a:lnTo>
                <a:lnTo>
                  <a:pt x="3257789" y="2375224"/>
                </a:lnTo>
                <a:lnTo>
                  <a:pt x="0" y="2375224"/>
                </a:lnTo>
                <a:lnTo>
                  <a:pt x="0" y="0"/>
                </a:lnTo>
                <a:close/>
              </a:path>
            </a:pathLst>
          </a:custGeom>
          <a:blipFill>
            <a:blip r:embed="rId5">
              <a:alphaModFix amt="70000"/>
            </a:blip>
            <a:stretch>
              <a:fillRect/>
            </a:stretch>
          </a:blipFill>
        </p:spPr>
        <p:txBody>
          <a:bodyPr/>
          <a:lstStyle/>
          <a:p>
            <a:endParaRPr lang="ja-JP" altLang="en-US" dirty="0"/>
          </a:p>
        </p:txBody>
      </p:sp>
      <p:sp>
        <p:nvSpPr>
          <p:cNvPr id="40" name="Freeform 4">
            <a:extLst>
              <a:ext uri="{FF2B5EF4-FFF2-40B4-BE49-F238E27FC236}">
                <a16:creationId xmlns:a16="http://schemas.microsoft.com/office/drawing/2014/main" id="{AB32C724-412D-E97E-7193-DE668A4DDA50}"/>
              </a:ext>
            </a:extLst>
          </p:cNvPr>
          <p:cNvSpPr/>
          <p:nvPr/>
        </p:nvSpPr>
        <p:spPr>
          <a:xfrm>
            <a:off x="11931230" y="7535473"/>
            <a:ext cx="1679910" cy="906320"/>
          </a:xfrm>
          <a:custGeom>
            <a:avLst/>
            <a:gdLst/>
            <a:ahLst/>
            <a:cxnLst/>
            <a:rect l="l" t="t" r="r" b="b"/>
            <a:pathLst>
              <a:path w="4347036" h="2663547">
                <a:moveTo>
                  <a:pt x="0" y="0"/>
                </a:moveTo>
                <a:lnTo>
                  <a:pt x="4347036" y="0"/>
                </a:lnTo>
                <a:lnTo>
                  <a:pt x="4347036" y="2663547"/>
                </a:lnTo>
                <a:lnTo>
                  <a:pt x="0" y="2663547"/>
                </a:lnTo>
                <a:lnTo>
                  <a:pt x="0" y="0"/>
                </a:lnTo>
                <a:close/>
              </a:path>
            </a:pathLst>
          </a:custGeom>
          <a:blipFill>
            <a:blip>
              <a:alphaModFix amt="70000"/>
              <a:extLst>
                <a:ext uri="{96DAC541-7B7A-43D3-8B79-37D633B846F1}">
                  <asvg:svgBlip xmlns:asvg="http://schemas.microsoft.com/office/drawing/2016/SVG/main" r:embed="rId6"/>
                </a:ext>
              </a:extLst>
            </a:blip>
            <a:stretch>
              <a:fillRect/>
            </a:stretch>
          </a:blipFill>
        </p:spPr>
        <p:txBody>
          <a:bodyPr/>
          <a:lstStyle/>
          <a:p>
            <a:endParaRPr lang="ja-JP" altLang="en-US"/>
          </a:p>
        </p:txBody>
      </p:sp>
      <p:sp>
        <p:nvSpPr>
          <p:cNvPr id="42" name="Freeform 5">
            <a:extLst>
              <a:ext uri="{FF2B5EF4-FFF2-40B4-BE49-F238E27FC236}">
                <a16:creationId xmlns:a16="http://schemas.microsoft.com/office/drawing/2014/main" id="{D16C9EE2-A3BB-B1AC-A422-95328D97CB04}"/>
              </a:ext>
            </a:extLst>
          </p:cNvPr>
          <p:cNvSpPr/>
          <p:nvPr/>
        </p:nvSpPr>
        <p:spPr>
          <a:xfrm>
            <a:off x="10721030" y="8341490"/>
            <a:ext cx="1286546" cy="906320"/>
          </a:xfrm>
          <a:custGeom>
            <a:avLst/>
            <a:gdLst/>
            <a:ahLst/>
            <a:cxnLst/>
            <a:rect l="l" t="t" r="r" b="b"/>
            <a:pathLst>
              <a:path w="4009140" h="2435552">
                <a:moveTo>
                  <a:pt x="0" y="0"/>
                </a:moveTo>
                <a:lnTo>
                  <a:pt x="4009140" y="0"/>
                </a:lnTo>
                <a:lnTo>
                  <a:pt x="4009140" y="2435552"/>
                </a:lnTo>
                <a:lnTo>
                  <a:pt x="0" y="2435552"/>
                </a:lnTo>
                <a:lnTo>
                  <a:pt x="0" y="0"/>
                </a:lnTo>
                <a:close/>
              </a:path>
            </a:pathLst>
          </a:custGeom>
          <a:blipFill>
            <a:blip r:embed="rId7">
              <a:alphaModFix amt="50000"/>
            </a:blip>
            <a:stretch>
              <a:fillRect/>
            </a:stretch>
          </a:blipFill>
        </p:spPr>
        <p:txBody>
          <a:bodyPr/>
          <a:lstStyle/>
          <a:p>
            <a:endParaRPr lang="ja-JP" altLang="en-US"/>
          </a:p>
        </p:txBody>
      </p:sp>
      <p:sp>
        <p:nvSpPr>
          <p:cNvPr id="44" name="テキスト ボックス 43">
            <a:extLst>
              <a:ext uri="{FF2B5EF4-FFF2-40B4-BE49-F238E27FC236}">
                <a16:creationId xmlns:a16="http://schemas.microsoft.com/office/drawing/2014/main" id="{0053DAC4-A7A2-2CC3-7881-85F805D4192B}"/>
              </a:ext>
            </a:extLst>
          </p:cNvPr>
          <p:cNvSpPr txBox="1"/>
          <p:nvPr/>
        </p:nvSpPr>
        <p:spPr>
          <a:xfrm>
            <a:off x="9383652" y="4540284"/>
            <a:ext cx="3500140" cy="523220"/>
          </a:xfrm>
          <a:prstGeom prst="rect">
            <a:avLst/>
          </a:prstGeom>
          <a:noFill/>
        </p:spPr>
        <p:txBody>
          <a:bodyPr wrap="square" rtlCol="0">
            <a:spAutoFit/>
          </a:bodyPr>
          <a:lstStyle/>
          <a:p>
            <a:r>
              <a:rPr kumimoji="1" lang="ja-JP" altLang="en-US" sz="2800" b="1" dirty="0">
                <a:latin typeface="HG丸ｺﾞｼｯｸM-PRO" panose="020F0600000000000000" pitchFamily="50" charset="-128"/>
                <a:ea typeface="HG丸ｺﾞｼｯｸM-PRO" panose="020F0600000000000000" pitchFamily="50" charset="-128"/>
              </a:rPr>
              <a:t>ニックネームを入力</a:t>
            </a:r>
          </a:p>
        </p:txBody>
      </p:sp>
      <p:sp>
        <p:nvSpPr>
          <p:cNvPr id="46" name="テキスト ボックス 45">
            <a:extLst>
              <a:ext uri="{FF2B5EF4-FFF2-40B4-BE49-F238E27FC236}">
                <a16:creationId xmlns:a16="http://schemas.microsoft.com/office/drawing/2014/main" id="{D12831A0-11BA-9C89-705C-0FAC50912F50}"/>
              </a:ext>
            </a:extLst>
          </p:cNvPr>
          <p:cNvSpPr txBox="1"/>
          <p:nvPr/>
        </p:nvSpPr>
        <p:spPr>
          <a:xfrm>
            <a:off x="5160189" y="9997013"/>
            <a:ext cx="3087828" cy="523220"/>
          </a:xfrm>
          <a:prstGeom prst="rect">
            <a:avLst/>
          </a:prstGeom>
          <a:noFill/>
        </p:spPr>
        <p:txBody>
          <a:bodyPr wrap="square" rtlCol="0">
            <a:spAutoFit/>
          </a:bodyPr>
          <a:lstStyle/>
          <a:p>
            <a:pPr algn="ctr"/>
            <a:r>
              <a:rPr kumimoji="1" lang="ja-JP" altLang="en-US" sz="2800" b="1" dirty="0">
                <a:latin typeface="HG丸ｺﾞｼｯｸM-PRO" panose="020F0600000000000000" pitchFamily="50" charset="-128"/>
                <a:ea typeface="HG丸ｺﾞｼｯｸM-PRO" panose="020F0600000000000000" pitchFamily="50" charset="-128"/>
              </a:rPr>
              <a:t>放流</a:t>
            </a:r>
          </a:p>
        </p:txBody>
      </p:sp>
    </p:spTree>
    <p:extLst>
      <p:ext uri="{BB962C8B-B14F-4D97-AF65-F5344CB8AC3E}">
        <p14:creationId xmlns:p14="http://schemas.microsoft.com/office/powerpoint/2010/main" val="460350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D7784-78A8-BA21-5E6C-2151726E27F8}"/>
            </a:ext>
          </a:extLst>
        </p:cNvPr>
        <p:cNvGrpSpPr/>
        <p:nvPr/>
      </p:nvGrpSpPr>
      <p:grpSpPr>
        <a:xfrm>
          <a:off x="0" y="0"/>
          <a:ext cx="0" cy="0"/>
          <a:chOff x="0" y="0"/>
          <a:chExt cx="0" cy="0"/>
        </a:xfrm>
      </p:grpSpPr>
      <p:sp>
        <p:nvSpPr>
          <p:cNvPr id="23" name="テキスト ボックス 22">
            <a:extLst>
              <a:ext uri="{FF2B5EF4-FFF2-40B4-BE49-F238E27FC236}">
                <a16:creationId xmlns:a16="http://schemas.microsoft.com/office/drawing/2014/main" id="{EC239FDD-F087-569F-1C39-CDE33F3483A3}"/>
              </a:ext>
            </a:extLst>
          </p:cNvPr>
          <p:cNvSpPr txBox="1"/>
          <p:nvPr/>
        </p:nvSpPr>
        <p:spPr>
          <a:xfrm>
            <a:off x="3778624" y="10505746"/>
            <a:ext cx="7557246" cy="369332"/>
          </a:xfrm>
          <a:prstGeom prst="rect">
            <a:avLst/>
          </a:prstGeom>
          <a:noFill/>
        </p:spPr>
        <p:txBody>
          <a:bodyPr wrap="square">
            <a:spAutoFit/>
          </a:bodyPr>
          <a:lstStyle/>
          <a:p>
            <a:endParaRPr lang="ja-JP" altLang="en-US" dirty="0"/>
          </a:p>
        </p:txBody>
      </p:sp>
    </p:spTree>
    <p:extLst>
      <p:ext uri="{BB962C8B-B14F-4D97-AF65-F5344CB8AC3E}">
        <p14:creationId xmlns:p14="http://schemas.microsoft.com/office/powerpoint/2010/main" val="96303371"/>
      </p:ext>
    </p:extLst>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fb3b006-3050-4c7d-8064-c587796d307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0F9B0B26DDFE7840BF8E3333C0264790" ma:contentTypeVersion="13" ma:contentTypeDescription="新しいドキュメントを作成します。" ma:contentTypeScope="" ma:versionID="81993ad825e4933aa57b5159bcfe9352">
  <xsd:schema xmlns:xsd="http://www.w3.org/2001/XMLSchema" xmlns:xs="http://www.w3.org/2001/XMLSchema" xmlns:p="http://schemas.microsoft.com/office/2006/metadata/properties" xmlns:ns3="dfb3b006-3050-4c7d-8064-c587796d307d" xmlns:ns4="2bf5cc84-3880-4ef0-afd7-591929551ed7" targetNamespace="http://schemas.microsoft.com/office/2006/metadata/properties" ma:root="true" ma:fieldsID="a1bf19bda9b59e9d42022fe91854fdc5" ns3:_="" ns4:_="">
    <xsd:import namespace="dfb3b006-3050-4c7d-8064-c587796d307d"/>
    <xsd:import namespace="2bf5cc84-3880-4ef0-afd7-591929551ed7"/>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DateTaken" minOccurs="0"/>
                <xsd:element ref="ns3:MediaServiceSearchProperties" minOccurs="0"/>
                <xsd:element ref="ns4:SharedWithUsers" minOccurs="0"/>
                <xsd:element ref="ns4:SharedWithDetails" minOccurs="0"/>
                <xsd:element ref="ns4:SharingHintHash" minOccurs="0"/>
                <xsd:element ref="ns3:_activity" minOccurs="0"/>
                <xsd:element ref="ns3:MediaServiceSystem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b3b006-3050-4c7d-8064-c587796d30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_activity" ma:index="16" nillable="true" ma:displayName="_activity" ma:hidden="true" ma:internalName="_activity">
      <xsd:simpleType>
        <xsd:restriction base="dms:Note"/>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bf5cc84-3880-4ef0-afd7-591929551ed7"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SharingHintHash" ma:index="15"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1D72F7-52AB-4DE7-9CD1-A68A03DBFD7E}">
  <ds:schemaRefs>
    <ds:schemaRef ds:uri="http://purl.org/dc/dcmitype/"/>
    <ds:schemaRef ds:uri="http://www.w3.org/XML/1998/namespace"/>
    <ds:schemaRef ds:uri="http://schemas.microsoft.com/office/2006/documentManagement/types"/>
    <ds:schemaRef ds:uri="http://purl.org/dc/terms/"/>
    <ds:schemaRef ds:uri="http://schemas.microsoft.com/office/infopath/2007/PartnerControls"/>
    <ds:schemaRef ds:uri="http://schemas.microsoft.com/office/2006/metadata/properties"/>
    <ds:schemaRef ds:uri="http://schemas.openxmlformats.org/package/2006/metadata/core-properties"/>
    <ds:schemaRef ds:uri="2bf5cc84-3880-4ef0-afd7-591929551ed7"/>
    <ds:schemaRef ds:uri="dfb3b006-3050-4c7d-8064-c587796d307d"/>
    <ds:schemaRef ds:uri="http://purl.org/dc/elements/1.1/"/>
  </ds:schemaRefs>
</ds:datastoreItem>
</file>

<file path=customXml/itemProps2.xml><?xml version="1.0" encoding="utf-8"?>
<ds:datastoreItem xmlns:ds="http://schemas.openxmlformats.org/officeDocument/2006/customXml" ds:itemID="{3696FABF-1CBF-4469-A43F-84E67AB3AA63}">
  <ds:schemaRefs>
    <ds:schemaRef ds:uri="2bf5cc84-3880-4ef0-afd7-591929551ed7"/>
    <ds:schemaRef ds:uri="dfb3b006-3050-4c7d-8064-c587796d307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143C0AC-930D-48CA-8D6D-EC2BA7759557}">
  <ds:schemaRefs>
    <ds:schemaRef ds:uri="http://schemas.microsoft.com/sharepoint/v3/contenttype/forms"/>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emplate>創造工学ポスター</Template>
  <TotalTime>8</TotalTime>
  <Words>511</Words>
  <Application>Microsoft Office PowerPoint</Application>
  <PresentationFormat>ユーザー設定</PresentationFormat>
  <Paragraphs>48</Paragraphs>
  <Slides>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vt:i4>
      </vt:variant>
    </vt:vector>
  </HeadingPairs>
  <TitlesOfParts>
    <vt:vector size="9" baseType="lpstr">
      <vt:lpstr>Arial</vt:lpstr>
      <vt:lpstr>游ゴシック</vt:lpstr>
      <vt:lpstr>HG丸ｺﾞｼｯｸM-PRO</vt:lpstr>
      <vt:lpstr>Calibri</vt:lpstr>
      <vt:lpstr>Calibri Light</vt:lpstr>
      <vt:lpstr>Office 2013 - 2022 テーマ</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俵 伊吹_舞鶴E学生</dc:creator>
  <cp:lastModifiedBy>俵 伊吹_舞鶴E学生</cp:lastModifiedBy>
  <cp:revision>1</cp:revision>
  <dcterms:created xsi:type="dcterms:W3CDTF">2026-07-04T08:00:44Z</dcterms:created>
  <dcterms:modified xsi:type="dcterms:W3CDTF">2026-07-04T08:09:07Z</dcterms:modified>
  <dc:identifier>DAHNXHxsEUM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0x0101000F9B0B26DDFE7840BF8E3333C0264790</vt:lpwstr>
  </property>
</Properties>
</file>